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3" r:id="rId4"/>
  </p:sldMasterIdLst>
  <p:notesMasterIdLst>
    <p:notesMasterId r:id="rId12"/>
  </p:notesMasterIdLst>
  <p:handoutMasterIdLst>
    <p:handoutMasterId r:id="rId13"/>
  </p:handoutMasterIdLst>
  <p:sldIdLst>
    <p:sldId id="487" r:id="rId5"/>
    <p:sldId id="488" r:id="rId6"/>
    <p:sldId id="489" r:id="rId7"/>
    <p:sldId id="490" r:id="rId8"/>
    <p:sldId id="493" r:id="rId9"/>
    <p:sldId id="495" r:id="rId10"/>
    <p:sldId id="494"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10E4221-6F06-64E5-5214-772388C857B5}" name="Elizabeth Feldbruegge (ALLEGIS GROUP HOLDINGS INC)" initials="EF(GHI" userId="S::v-felizabeth@microsoft.com::ba5aea11-28e4-484d-8e49-c15efb1bd2e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DACFC"/>
    <a:srgbClr val="000000"/>
    <a:srgbClr val="FFFFFF"/>
    <a:srgbClr val="37FFF1"/>
    <a:srgbClr val="0B0C12"/>
    <a:srgbClr val="0E0F17"/>
    <a:srgbClr val="020621"/>
    <a:srgbClr val="13131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D5410E-3068-D4DD-07D6-E5134E44F36F}" v="37" dt="2026-03-24T22:04:04.406"/>
    <p1510:client id="{405A3D3C-B6C4-7CAD-2091-58F156A49C3E}" v="496" dt="2026-03-24T20:12:56.572"/>
    <p1510:client id="{F5F4BA01-A6F5-10F2-372A-9637BD8191B0}" v="31" dt="2026-03-24T20:15:44.30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1482" y="7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18"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19"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092E33C-8E56-15D7-91D9-0C9D51898F3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F84E5C4-3075-2128-3C95-66CDB0C1F39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A2C14BC-9E0B-417D-A4B6-D3A52302FEC1}" type="datetimeFigureOut">
              <a:rPr lang="en-US" smtClean="0"/>
              <a:t>3/25/2026</a:t>
            </a:fld>
            <a:endParaRPr lang="en-US"/>
          </a:p>
        </p:txBody>
      </p:sp>
      <p:sp>
        <p:nvSpPr>
          <p:cNvPr id="4" name="Footer Placeholder 3">
            <a:extLst>
              <a:ext uri="{FF2B5EF4-FFF2-40B4-BE49-F238E27FC236}">
                <a16:creationId xmlns:a16="http://schemas.microsoft.com/office/drawing/2014/main" id="{10EDE216-B0E2-6179-F0CB-DA746C5A105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DE76486-0E2A-27D1-56AC-57AF7869110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AD3A4AD-A02B-4727-AB32-0630F343D8AA}" type="slidenum">
              <a:rPr lang="en-US" smtClean="0"/>
              <a:t>‹#›</a:t>
            </a:fld>
            <a:endParaRPr lang="en-US"/>
          </a:p>
        </p:txBody>
      </p:sp>
    </p:spTree>
    <p:extLst>
      <p:ext uri="{BB962C8B-B14F-4D97-AF65-F5344CB8AC3E}">
        <p14:creationId xmlns:p14="http://schemas.microsoft.com/office/powerpoint/2010/main" val="270832485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7FB986-3F20-4AE6-9D44-118BB6C2AE02}" type="datetimeFigureOut">
              <a:rPr lang="en-US" smtClean="0"/>
              <a:t>3/25/2026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E59575-30D1-4661-8D21-5CF1396340F1}" type="slidenum">
              <a:rPr lang="en-US" smtClean="0"/>
              <a:t>‹#›</a:t>
            </a:fld>
            <a:endParaRPr lang="en-US"/>
          </a:p>
        </p:txBody>
      </p:sp>
    </p:spTree>
    <p:extLst>
      <p:ext uri="{BB962C8B-B14F-4D97-AF65-F5344CB8AC3E}">
        <p14:creationId xmlns:p14="http://schemas.microsoft.com/office/powerpoint/2010/main" val="2691956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E59575-30D1-4661-8D21-5CF1396340F1}" type="slidenum">
              <a:rPr lang="en-US" smtClean="0"/>
              <a:t>5</a:t>
            </a:fld>
            <a:endParaRPr lang="en-US"/>
          </a:p>
        </p:txBody>
      </p:sp>
    </p:spTree>
    <p:extLst>
      <p:ext uri="{BB962C8B-B14F-4D97-AF65-F5344CB8AC3E}">
        <p14:creationId xmlns:p14="http://schemas.microsoft.com/office/powerpoint/2010/main" val="36480067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with Picture">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6789" y="-1"/>
            <a:ext cx="12192001" cy="6858000"/>
          </a:xfrm>
          <a:blipFill>
            <a:blip r:embed="rId2">
              <a:alphaModFix amt="70000"/>
            </a:blip>
            <a:stretch>
              <a:fillRect/>
            </a:stretch>
          </a:blipFill>
        </p:spPr>
        <p:txBody>
          <a:bodyPr/>
          <a:lstStyle>
            <a:lvl1pPr>
              <a:defRPr/>
            </a:lvl1pPr>
          </a:lstStyle>
          <a:p>
            <a:r>
              <a:rPr lang="en-US"/>
              <a:t>   </a:t>
            </a:r>
          </a:p>
        </p:txBody>
      </p:sp>
      <p:sp>
        <p:nvSpPr>
          <p:cNvPr id="6" name="Title 5">
            <a:extLst>
              <a:ext uri="{FF2B5EF4-FFF2-40B4-BE49-F238E27FC236}">
                <a16:creationId xmlns:a16="http://schemas.microsoft.com/office/drawing/2014/main" id="{F7DA815B-BFAB-3E8D-D7E1-E7F9DE0A7703}"/>
              </a:ext>
            </a:extLst>
          </p:cNvPr>
          <p:cNvSpPr>
            <a:spLocks noGrp="1"/>
          </p:cNvSpPr>
          <p:nvPr>
            <p:ph type="title"/>
          </p:nvPr>
        </p:nvSpPr>
        <p:spPr>
          <a:xfrm>
            <a:off x="0" y="-1"/>
            <a:ext cx="6096000" cy="6857999"/>
          </a:xfrm>
          <a:gradFill>
            <a:gsLst>
              <a:gs pos="86000">
                <a:schemeClr val="accent4">
                  <a:lumMod val="50000"/>
                  <a:alpha val="95000"/>
                </a:schemeClr>
              </a:gs>
              <a:gs pos="100000">
                <a:schemeClr val="bg2">
                  <a:alpha val="90000"/>
                </a:schemeClr>
              </a:gs>
              <a:gs pos="42000">
                <a:srgbClr val="161824">
                  <a:alpha val="20000"/>
                </a:srgbClr>
              </a:gs>
              <a:gs pos="18000">
                <a:schemeClr val="bg2">
                  <a:lumMod val="90000"/>
                  <a:lumOff val="10000"/>
                  <a:alpha val="0"/>
                </a:schemeClr>
              </a:gs>
            </a:gsLst>
            <a:lin ang="11400000" scaled="0"/>
          </a:gradFill>
        </p:spPr>
        <p:txBody>
          <a:bodyPr lIns="365760" tIns="822960" rIns="914400" bIns="2286000" anchor="t"/>
          <a:lstStyle>
            <a:lvl1pPr>
              <a:defRPr sz="5000"/>
            </a:lvl1pPr>
          </a:lstStyle>
          <a:p>
            <a:r>
              <a:rPr lang="en-US"/>
              <a:t>Click to edit Master title style</a:t>
            </a:r>
          </a:p>
        </p:txBody>
      </p:sp>
      <p:sp>
        <p:nvSpPr>
          <p:cNvPr id="15" name="Subtitle 2">
            <a:extLst>
              <a:ext uri="{FF2B5EF4-FFF2-40B4-BE49-F238E27FC236}">
                <a16:creationId xmlns:a16="http://schemas.microsoft.com/office/drawing/2014/main" id="{57758407-B9B8-FC90-BBF1-B9013F196E21}"/>
              </a:ext>
            </a:extLst>
          </p:cNvPr>
          <p:cNvSpPr>
            <a:spLocks noGrp="1"/>
          </p:cNvSpPr>
          <p:nvPr>
            <p:ph type="subTitle" idx="1"/>
          </p:nvPr>
        </p:nvSpPr>
        <p:spPr>
          <a:xfrm>
            <a:off x="0" y="2401889"/>
            <a:ext cx="6096000" cy="4456112"/>
          </a:xfrm>
          <a:gradFill>
            <a:gsLst>
              <a:gs pos="35000">
                <a:schemeClr val="bg2">
                  <a:alpha val="32000"/>
                </a:schemeClr>
              </a:gs>
              <a:gs pos="56000">
                <a:schemeClr val="accent6">
                  <a:alpha val="0"/>
                </a:schemeClr>
              </a:gs>
              <a:gs pos="8000">
                <a:schemeClr val="bg2"/>
              </a:gs>
              <a:gs pos="22000">
                <a:schemeClr val="bg2">
                  <a:alpha val="67000"/>
                </a:schemeClr>
              </a:gs>
            </a:gsLst>
            <a:path path="circle">
              <a:fillToRect t="100000" r="100000"/>
            </a:path>
          </a:gradFill>
        </p:spPr>
        <p:txBody>
          <a:bodyPr vert="horz" lIns="393192" tIns="457200" rIns="274320" bIns="731520" rtlCol="0" anchor="b">
            <a:normAutofit/>
          </a:bodyPr>
          <a:lstStyle>
            <a:lvl1pPr marL="0" indent="0">
              <a:buNone/>
              <a:defRPr lang="en-US" sz="1400" dirty="0"/>
            </a:lvl1pPr>
          </a:lstStyle>
          <a:p>
            <a:pPr lvl="0"/>
            <a:r>
              <a:rPr lang="en-US"/>
              <a:t>Click to edit Master subtitle style</a:t>
            </a:r>
          </a:p>
        </p:txBody>
      </p:sp>
      <p:sp>
        <p:nvSpPr>
          <p:cNvPr id="11" name="Date Placeholder 10">
            <a:extLst>
              <a:ext uri="{FF2B5EF4-FFF2-40B4-BE49-F238E27FC236}">
                <a16:creationId xmlns:a16="http://schemas.microsoft.com/office/drawing/2014/main" id="{A03BE6F4-76AC-1913-6858-8449FC30A22C}"/>
              </a:ext>
            </a:extLst>
          </p:cNvPr>
          <p:cNvSpPr>
            <a:spLocks noGrp="1"/>
          </p:cNvSpPr>
          <p:nvPr>
            <p:ph type="dt" sz="half" idx="14"/>
          </p:nvPr>
        </p:nvSpPr>
        <p:spPr/>
        <p:txBody>
          <a:bodyPr/>
          <a:lstStyle/>
          <a:p>
            <a:fld id="{7DA2CEDE-2AB4-4FB8-9551-E0AA4222B1A3}" type="datetime1">
              <a:rPr lang="en-US" smtClean="0"/>
              <a:t>3/25/2026</a:t>
            </a:fld>
            <a:endParaRPr lang="en-US"/>
          </a:p>
        </p:txBody>
      </p:sp>
      <p:sp>
        <p:nvSpPr>
          <p:cNvPr id="12" name="Footer Placeholder 11">
            <a:extLst>
              <a:ext uri="{FF2B5EF4-FFF2-40B4-BE49-F238E27FC236}">
                <a16:creationId xmlns:a16="http://schemas.microsoft.com/office/drawing/2014/main" id="{3A959F0E-1234-A029-DD14-0642D1457559}"/>
              </a:ext>
            </a:extLst>
          </p:cNvPr>
          <p:cNvSpPr>
            <a:spLocks noGrp="1"/>
          </p:cNvSpPr>
          <p:nvPr>
            <p:ph type="ftr" sz="quarter" idx="15"/>
          </p:nvPr>
        </p:nvSpPr>
        <p:spPr/>
        <p:txBody>
          <a:bodyPr/>
          <a:lstStyle/>
          <a:p>
            <a:r>
              <a:rPr lang="en-US"/>
              <a:t>Sample Footer Text</a:t>
            </a:r>
          </a:p>
        </p:txBody>
      </p:sp>
      <p:sp>
        <p:nvSpPr>
          <p:cNvPr id="14" name="Slide Number Placeholder 13">
            <a:extLst>
              <a:ext uri="{FF2B5EF4-FFF2-40B4-BE49-F238E27FC236}">
                <a16:creationId xmlns:a16="http://schemas.microsoft.com/office/drawing/2014/main" id="{42107F04-5566-3CCB-8B23-B8B3ECBA5457}"/>
              </a:ext>
            </a:extLst>
          </p:cNvPr>
          <p:cNvSpPr>
            <a:spLocks noGrp="1"/>
          </p:cNvSpPr>
          <p:nvPr>
            <p:ph type="sldNum" sz="quarter" idx="16"/>
          </p:nvPr>
        </p:nvSpPr>
        <p:spPr/>
        <p:txBody>
          <a:bodyPr/>
          <a:lstStyle/>
          <a:p>
            <a:fld id="{5E0677F5-4A8A-4BF1-96BE-3BAE8FBAFE2E}" type="slidenum">
              <a:rPr lang="en-US" smtClean="0"/>
              <a:pPr/>
              <a:t>‹#›</a:t>
            </a:fld>
            <a:endParaRPr lang="en-US"/>
          </a:p>
        </p:txBody>
      </p:sp>
    </p:spTree>
    <p:extLst>
      <p:ext uri="{BB962C8B-B14F-4D97-AF65-F5344CB8AC3E}">
        <p14:creationId xmlns:p14="http://schemas.microsoft.com/office/powerpoint/2010/main" val="3127488414"/>
      </p:ext>
    </p:extLst>
  </p:cSld>
  <p:clrMapOvr>
    <a:masterClrMapping/>
  </p:clrMapOvr>
  <p:extLst>
    <p:ext uri="{DCECCB84-F9BA-43D5-87BE-67443E8EF086}">
      <p15:sldGuideLst xmlns:p15="http://schemas.microsoft.com/office/powerpoint/2012/main">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22282"/>
            <a:ext cx="9830017" cy="731520"/>
          </a:xfrm>
        </p:spPr>
        <p:txBody>
          <a:bodyPr anchor="b">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80EE6BAA-0080-49BB-A5F6-D96B22DFE410}" type="datetime1">
              <a:rPr lang="en-US" smtClean="0"/>
              <a:t>3/25/2026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2" y="2011680"/>
            <a:ext cx="11402568"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4" name="Straight Connector 3">
            <a:extLst>
              <a:ext uri="{FF2B5EF4-FFF2-40B4-BE49-F238E27FC236}">
                <a16:creationId xmlns:a16="http://schemas.microsoft.com/office/drawing/2014/main" id="{F14132CA-3777-075A-ECC4-B9DEFA9B3CEB}"/>
              </a:ext>
            </a:extLst>
          </p:cNvPr>
          <p:cNvCxnSpPr>
            <a:cxnSpLocks/>
          </p:cNvCxnSpPr>
          <p:nvPr/>
        </p:nvCxnSpPr>
        <p:spPr>
          <a:xfrm flipH="1">
            <a:off x="394716" y="1704836"/>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87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with Picture 2">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88952" cy="6858000"/>
          </a:xfrm>
          <a:blipFill>
            <a:blip r:embed="rId2">
              <a:alphaModFix amt="70000"/>
            </a:blip>
            <a:stretch>
              <a:fillRect l="1" r="-18789"/>
            </a:stretch>
          </a:blipFill>
        </p:spPr>
        <p:txBody>
          <a:bodyPr/>
          <a:lstStyle>
            <a:lvl1pPr>
              <a:defRPr/>
            </a:lvl1pPr>
          </a:lstStyle>
          <a:p>
            <a:r>
              <a:rPr lang="en-US"/>
              <a:t>   </a:t>
            </a:r>
          </a:p>
        </p:txBody>
      </p:sp>
      <p:sp>
        <p:nvSpPr>
          <p:cNvPr id="5" name="Title 4">
            <a:extLst>
              <a:ext uri="{FF2B5EF4-FFF2-40B4-BE49-F238E27FC236}">
                <a16:creationId xmlns:a16="http://schemas.microsoft.com/office/drawing/2014/main" id="{DD95CC36-AD95-97AF-0B3C-4CA25FF5420C}"/>
              </a:ext>
            </a:extLst>
          </p:cNvPr>
          <p:cNvSpPr>
            <a:spLocks noGrp="1"/>
          </p:cNvSpPr>
          <p:nvPr>
            <p:ph type="title"/>
          </p:nvPr>
        </p:nvSpPr>
        <p:spPr>
          <a:xfrm>
            <a:off x="0" y="3671046"/>
            <a:ext cx="12188952" cy="3186953"/>
          </a:xfrm>
          <a:gradFill>
            <a:gsLst>
              <a:gs pos="56000">
                <a:schemeClr val="bg2">
                  <a:alpha val="71000"/>
                </a:schemeClr>
              </a:gs>
              <a:gs pos="82000">
                <a:schemeClr val="bg2"/>
              </a:gs>
              <a:gs pos="16000">
                <a:schemeClr val="accent4">
                  <a:alpha val="0"/>
                </a:schemeClr>
              </a:gs>
            </a:gsLst>
            <a:lin ang="5400000" scaled="0"/>
          </a:gradFill>
        </p:spPr>
        <p:txBody>
          <a:bodyPr lIns="365760" tIns="91440" rIns="457200" bIns="1005840"/>
          <a:lstStyle>
            <a:lvl1pPr>
              <a:defRPr sz="5000"/>
            </a:lvl1pPr>
          </a:lstStyle>
          <a:p>
            <a:r>
              <a:rPr lang="en-US"/>
              <a:t>Click to edit Master title style</a:t>
            </a:r>
          </a:p>
        </p:txBody>
      </p:sp>
      <p:sp>
        <p:nvSpPr>
          <p:cNvPr id="14" name="Subtitle 2">
            <a:extLst>
              <a:ext uri="{FF2B5EF4-FFF2-40B4-BE49-F238E27FC236}">
                <a16:creationId xmlns:a16="http://schemas.microsoft.com/office/drawing/2014/main" id="{E3BCE92C-E876-D640-79C7-9E2EE54A7517}"/>
              </a:ext>
            </a:extLst>
          </p:cNvPr>
          <p:cNvSpPr>
            <a:spLocks noGrp="1"/>
          </p:cNvSpPr>
          <p:nvPr>
            <p:ph type="subTitle" idx="1"/>
          </p:nvPr>
        </p:nvSpPr>
        <p:spPr>
          <a:xfrm>
            <a:off x="0" y="5770529"/>
            <a:ext cx="12192000" cy="1087471"/>
          </a:xfrm>
          <a:gradFill>
            <a:gsLst>
              <a:gs pos="29000">
                <a:schemeClr val="bg2">
                  <a:alpha val="0"/>
                </a:schemeClr>
              </a:gs>
              <a:gs pos="47000">
                <a:schemeClr val="accent4">
                  <a:lumMod val="50000"/>
                  <a:alpha val="0"/>
                </a:schemeClr>
              </a:gs>
              <a:gs pos="100000">
                <a:schemeClr val="accent3">
                  <a:lumMod val="60000"/>
                  <a:lumOff val="40000"/>
                </a:schemeClr>
              </a:gs>
            </a:gsLst>
            <a:lin ang="5160000" scaled="0"/>
          </a:gradFill>
        </p:spPr>
        <p:txBody>
          <a:bodyPr vert="horz" lIns="393192" tIns="457200" rIns="274320" bIns="731520" rtlCol="0" anchor="b">
            <a:noAutofit/>
          </a:bodyPr>
          <a:lstStyle>
            <a:lvl1pPr marL="0" indent="0">
              <a:buNone/>
              <a:defRPr lang="en-US" sz="1400" dirty="0"/>
            </a:lvl1pPr>
          </a:lstStyle>
          <a:p>
            <a:pPr lvl="0"/>
            <a:r>
              <a:rPr lang="en-US"/>
              <a:t>Click to edit Master subtitle style</a:t>
            </a:r>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a:xfrm>
            <a:off x="301752" y="210312"/>
            <a:ext cx="3447355" cy="365760"/>
          </a:xfrm>
        </p:spPr>
        <p:txBody>
          <a:bodyPr/>
          <a:lstStyle/>
          <a:p>
            <a:fld id="{21560963-1EEA-4BDE-8FF9-3FEE13B5D43C}" type="datetime1">
              <a:rPr lang="en-US" smtClean="0"/>
              <a:t>3/25/2026</a:t>
            </a:fld>
            <a:endParaRPr lang="en-US"/>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a:xfrm>
            <a:off x="9093201" y="210312"/>
            <a:ext cx="2181351"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a:xfrm>
            <a:off x="11448687" y="210312"/>
            <a:ext cx="448805" cy="365760"/>
          </a:xfrm>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948820445"/>
      </p:ext>
    </p:extLst>
  </p:cSld>
  <p:clrMapOvr>
    <a:masterClrMapping/>
  </p:clrMapOvr>
  <p:extLst>
    <p:ext uri="{DCECCB84-F9BA-43D5-87BE-67443E8EF086}">
      <p15:sldGuideLst xmlns:p15="http://schemas.microsoft.com/office/powerpoint/2012/main">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with Picture 3">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92000" cy="6858000"/>
          </a:xfrm>
          <a:blipFill>
            <a:blip r:embed="rId2">
              <a:alphaModFix amt="70000"/>
            </a:blip>
            <a:stretch>
              <a:fillRect l="-2" t="-1" b="-19091"/>
            </a:stretch>
          </a:blipFill>
        </p:spPr>
        <p:txBody>
          <a:bodyPr/>
          <a:lstStyle>
            <a:lvl1pPr>
              <a:defRPr/>
            </a:lvl1pPr>
          </a:lstStyle>
          <a:p>
            <a:r>
              <a:rPr lang="en-US"/>
              <a:t>   </a:t>
            </a:r>
          </a:p>
        </p:txBody>
      </p:sp>
      <p:sp>
        <p:nvSpPr>
          <p:cNvPr id="10" name="Title 9">
            <a:extLst>
              <a:ext uri="{FF2B5EF4-FFF2-40B4-BE49-F238E27FC236}">
                <a16:creationId xmlns:a16="http://schemas.microsoft.com/office/drawing/2014/main" id="{D35AE1E4-9BA4-415B-370F-31BCBBC952D7}"/>
              </a:ext>
            </a:extLst>
          </p:cNvPr>
          <p:cNvSpPr>
            <a:spLocks noGrp="1"/>
          </p:cNvSpPr>
          <p:nvPr>
            <p:ph type="title"/>
          </p:nvPr>
        </p:nvSpPr>
        <p:spPr>
          <a:xfrm>
            <a:off x="6096000" y="-1"/>
            <a:ext cx="6096000" cy="6857999"/>
          </a:xfrm>
          <a:gradFill>
            <a:gsLst>
              <a:gs pos="100000">
                <a:schemeClr val="bg2">
                  <a:alpha val="90000"/>
                </a:schemeClr>
              </a:gs>
              <a:gs pos="34000">
                <a:srgbClr val="061F7B">
                  <a:alpha val="5000"/>
                  <a:lumMod val="74000"/>
                </a:srgbClr>
              </a:gs>
              <a:gs pos="15000">
                <a:schemeClr val="accent1">
                  <a:lumMod val="75000"/>
                  <a:alpha val="0"/>
                </a:schemeClr>
              </a:gs>
            </a:gsLst>
            <a:lin ang="600000" scaled="0"/>
          </a:gradFill>
          <a:ln>
            <a:solidFill>
              <a:schemeClr val="tx1"/>
            </a:solidFill>
          </a:ln>
        </p:spPr>
        <p:txBody>
          <a:bodyPr lIns="1600200" tIns="822960" rIns="274320" bIns="457200" anchor="t"/>
          <a:lstStyle>
            <a:lvl1pPr>
              <a:defRPr sz="4200"/>
            </a:lvl1pPr>
          </a:lstStyle>
          <a:p>
            <a:r>
              <a:rPr lang="en-US"/>
              <a:t>Click to edit Master title style</a:t>
            </a:r>
          </a:p>
        </p:txBody>
      </p:sp>
      <p:sp>
        <p:nvSpPr>
          <p:cNvPr id="5" name="Subtitle 2">
            <a:extLst>
              <a:ext uri="{FF2B5EF4-FFF2-40B4-BE49-F238E27FC236}">
                <a16:creationId xmlns:a16="http://schemas.microsoft.com/office/drawing/2014/main" id="{D54B625A-114F-C2DE-F195-EF26EC052662}"/>
              </a:ext>
            </a:extLst>
          </p:cNvPr>
          <p:cNvSpPr>
            <a:spLocks noGrp="1"/>
          </p:cNvSpPr>
          <p:nvPr>
            <p:ph type="subTitle" idx="1"/>
          </p:nvPr>
        </p:nvSpPr>
        <p:spPr>
          <a:xfrm>
            <a:off x="5002306" y="4231338"/>
            <a:ext cx="7189694" cy="2626661"/>
          </a:xfrm>
          <a:gradFill>
            <a:gsLst>
              <a:gs pos="63000">
                <a:schemeClr val="accent5">
                  <a:lumMod val="75000"/>
                  <a:alpha val="0"/>
                </a:schemeClr>
              </a:gs>
              <a:gs pos="100000">
                <a:schemeClr val="accent3">
                  <a:lumMod val="60000"/>
                  <a:lumOff val="40000"/>
                  <a:alpha val="69000"/>
                </a:schemeClr>
              </a:gs>
              <a:gs pos="13000">
                <a:schemeClr val="bg2">
                  <a:alpha val="0"/>
                </a:schemeClr>
              </a:gs>
            </a:gsLst>
            <a:lin ang="4200000" scaled="0"/>
          </a:gradFill>
        </p:spPr>
        <p:txBody>
          <a:bodyPr vert="horz" lIns="2743200" tIns="640080" rIns="457200" bIns="731520" rtlCol="0" anchor="b">
            <a:normAutofit/>
          </a:bodyPr>
          <a:lstStyle>
            <a:lvl1pPr marL="0" indent="0">
              <a:buNone/>
              <a:defRPr lang="en-US" sz="1400" dirty="0"/>
            </a:lvl1pPr>
          </a:lstStyle>
          <a:p>
            <a:pPr lvl="0"/>
            <a:r>
              <a:rPr lang="en-US"/>
              <a:t>Click to edit Master subtitle style</a:t>
            </a:r>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a:xfrm>
            <a:off x="7620000" y="210312"/>
            <a:ext cx="1473201" cy="365760"/>
          </a:xfrm>
        </p:spPr>
        <p:txBody>
          <a:bodyPr/>
          <a:lstStyle/>
          <a:p>
            <a:fld id="{21560963-1EEA-4BDE-8FF9-3FEE13B5D43C}" type="datetime1">
              <a:rPr lang="en-US" smtClean="0"/>
              <a:t>3/25/2026</a:t>
            </a:fld>
            <a:endParaRPr lang="en-US"/>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a:xfrm>
            <a:off x="9164921" y="210312"/>
            <a:ext cx="2181351"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a:xfrm>
            <a:off x="11447711" y="210312"/>
            <a:ext cx="448805" cy="365760"/>
          </a:xfrm>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4232864187"/>
      </p:ext>
    </p:extLst>
  </p:cSld>
  <p:clrMapOvr>
    <a:masterClrMapping/>
  </p:clrMapOvr>
  <p:extLst>
    <p:ext uri="{DCECCB84-F9BA-43D5-87BE-67443E8EF086}">
      <p15:sldGuideLst xmlns:p15="http://schemas.microsoft.com/office/powerpoint/2012/main">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with Picture 4">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69146C6-F597-C006-1822-297853281771}"/>
              </a:ext>
            </a:extLst>
          </p:cNvPr>
          <p:cNvSpPr/>
          <p:nvPr/>
        </p:nvSpPr>
        <p:spPr>
          <a:xfrm rot="16200000" flipH="1">
            <a:off x="1300007" y="3732960"/>
            <a:ext cx="1825034" cy="4425045"/>
          </a:xfrm>
          <a:prstGeom prst="rect">
            <a:avLst/>
          </a:prstGeom>
          <a:gradFill flip="none" rotWithShape="1">
            <a:gsLst>
              <a:gs pos="56000">
                <a:schemeClr val="bg1">
                  <a:alpha val="0"/>
                </a:schemeClr>
              </a:gs>
              <a:gs pos="100000">
                <a:schemeClr val="accent6">
                  <a:alpha val="70000"/>
                </a:schemeClr>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B08893D-F42F-F8AC-E751-618878BDB5EE}"/>
              </a:ext>
            </a:extLst>
          </p:cNvPr>
          <p:cNvSpPr/>
          <p:nvPr/>
        </p:nvSpPr>
        <p:spPr>
          <a:xfrm rot="10800000">
            <a:off x="0" y="-4"/>
            <a:ext cx="4572000" cy="1825033"/>
          </a:xfrm>
          <a:prstGeom prst="rect">
            <a:avLst/>
          </a:prstGeom>
          <a:gradFill>
            <a:gsLst>
              <a:gs pos="61000">
                <a:schemeClr val="bg2">
                  <a:alpha val="0"/>
                </a:schemeClr>
              </a:gs>
              <a:gs pos="100000">
                <a:schemeClr val="accent1">
                  <a:lumMod val="75000"/>
                  <a:alpha val="8500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7">
            <a:extLst>
              <a:ext uri="{FF2B5EF4-FFF2-40B4-BE49-F238E27FC236}">
                <a16:creationId xmlns:a16="http://schemas.microsoft.com/office/drawing/2014/main" id="{7268A13E-E2FC-935E-9D1B-2CA406D562F9}"/>
              </a:ext>
            </a:extLst>
          </p:cNvPr>
          <p:cNvSpPr>
            <a:spLocks noGrp="1"/>
          </p:cNvSpPr>
          <p:nvPr>
            <p:ph type="title"/>
          </p:nvPr>
        </p:nvSpPr>
        <p:spPr>
          <a:xfrm>
            <a:off x="268722" y="906109"/>
            <a:ext cx="3620078" cy="3445173"/>
          </a:xfrm>
        </p:spPr>
        <p:txBody>
          <a:bodyPr anchor="t">
            <a:normAutofit/>
          </a:bodyPr>
          <a:lstStyle>
            <a:lvl1pPr>
              <a:defRPr sz="3600"/>
            </a:lvl1pPr>
          </a:lstStyle>
          <a:p>
            <a:r>
              <a:rPr lang="en-US"/>
              <a:t>Click to edit Master title style</a:t>
            </a:r>
          </a:p>
        </p:txBody>
      </p:sp>
      <p:sp>
        <p:nvSpPr>
          <p:cNvPr id="10" name="Subtitle 2">
            <a:extLst>
              <a:ext uri="{FF2B5EF4-FFF2-40B4-BE49-F238E27FC236}">
                <a16:creationId xmlns:a16="http://schemas.microsoft.com/office/drawing/2014/main" id="{51C95713-168A-6692-3C97-A85B41C1AAE4}"/>
              </a:ext>
            </a:extLst>
          </p:cNvPr>
          <p:cNvSpPr>
            <a:spLocks noGrp="1"/>
          </p:cNvSpPr>
          <p:nvPr>
            <p:ph type="subTitle" idx="1"/>
          </p:nvPr>
        </p:nvSpPr>
        <p:spPr>
          <a:xfrm>
            <a:off x="268722" y="5473037"/>
            <a:ext cx="3521018" cy="880873"/>
          </a:xfrm>
          <a:noFill/>
        </p:spPr>
        <p:txBody>
          <a:bodyPr vert="horz" lIns="91440" tIns="45720" rIns="91440" bIns="45720" rtlCol="0" anchor="b">
            <a:noAutofit/>
          </a:bodyPr>
          <a:lstStyle>
            <a:lvl1pPr marL="0" indent="0">
              <a:buNone/>
              <a:defRPr lang="en-US" sz="1600" dirty="0"/>
            </a:lvl1pPr>
          </a:lstStyle>
          <a:p>
            <a:pPr lvl="0"/>
            <a:r>
              <a:rPr lang="en-US"/>
              <a:t>Click to edit Master subtitle style</a:t>
            </a:r>
          </a:p>
        </p:txBody>
      </p:sp>
      <p:sp>
        <p:nvSpPr>
          <p:cNvPr id="5" name="Footer Placeholder 4">
            <a:extLst>
              <a:ext uri="{FF2B5EF4-FFF2-40B4-BE49-F238E27FC236}">
                <a16:creationId xmlns:a16="http://schemas.microsoft.com/office/drawing/2014/main" id="{6B30B7E9-D8D3-BC56-A758-6C86B58C0AC5}"/>
              </a:ext>
            </a:extLst>
          </p:cNvPr>
          <p:cNvSpPr>
            <a:spLocks noGrp="1"/>
          </p:cNvSpPr>
          <p:nvPr>
            <p:ph type="ftr" sz="quarter" idx="15"/>
          </p:nvPr>
        </p:nvSpPr>
        <p:spPr>
          <a:xfrm>
            <a:off x="268722" y="210114"/>
            <a:ext cx="2360128" cy="365760"/>
          </a:xfrm>
        </p:spPr>
        <p:txBody>
          <a:bodyPr/>
          <a:lstStyle/>
          <a:p>
            <a:r>
              <a:rPr lang="en-US"/>
              <a:t>Sample Footer Text</a:t>
            </a:r>
          </a:p>
        </p:txBody>
      </p:sp>
      <p:sp>
        <p:nvSpPr>
          <p:cNvPr id="4" name="Date Placeholder 3">
            <a:extLst>
              <a:ext uri="{FF2B5EF4-FFF2-40B4-BE49-F238E27FC236}">
                <a16:creationId xmlns:a16="http://schemas.microsoft.com/office/drawing/2014/main" id="{3D4FF974-138E-88CF-9001-1A07C67D1DFD}"/>
              </a:ext>
            </a:extLst>
          </p:cNvPr>
          <p:cNvSpPr>
            <a:spLocks noGrp="1"/>
          </p:cNvSpPr>
          <p:nvPr>
            <p:ph type="dt" sz="half" idx="14"/>
          </p:nvPr>
        </p:nvSpPr>
        <p:spPr>
          <a:xfrm>
            <a:off x="2645216" y="210114"/>
            <a:ext cx="1005840" cy="365760"/>
          </a:xfrm>
        </p:spPr>
        <p:txBody>
          <a:bodyPr/>
          <a:lstStyle/>
          <a:p>
            <a:fld id="{BCA7961A-B010-49E0-A3F6-1ED7ACF29013}" type="datetime1">
              <a:rPr lang="en-US" smtClean="0"/>
              <a:t>3/25/2026</a:t>
            </a:fld>
            <a:endParaRPr lang="en-US"/>
          </a:p>
        </p:txBody>
      </p:sp>
      <p:sp>
        <p:nvSpPr>
          <p:cNvPr id="6" name="Slide Number Placeholder 5">
            <a:extLst>
              <a:ext uri="{FF2B5EF4-FFF2-40B4-BE49-F238E27FC236}">
                <a16:creationId xmlns:a16="http://schemas.microsoft.com/office/drawing/2014/main" id="{E1DA7CD4-7B92-1CD1-A9F0-94B053972CA3}"/>
              </a:ext>
            </a:extLst>
          </p:cNvPr>
          <p:cNvSpPr>
            <a:spLocks noGrp="1"/>
          </p:cNvSpPr>
          <p:nvPr>
            <p:ph type="sldNum" sz="quarter" idx="16"/>
          </p:nvPr>
        </p:nvSpPr>
        <p:spPr>
          <a:xfrm>
            <a:off x="3760180" y="210114"/>
            <a:ext cx="495299" cy="365760"/>
          </a:xfrm>
        </p:spPr>
        <p:txBody>
          <a:bodyPr/>
          <a:lstStyle/>
          <a:p>
            <a:fld id="{5E0677F5-4A8A-4BF1-96BE-3BAE8FBAFE2E}" type="slidenum">
              <a:rPr lang="en-US" smtClean="0"/>
              <a:t>‹#›</a:t>
            </a:fld>
            <a:endParaRPr lang="en-US"/>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4572000" y="0"/>
            <a:ext cx="7620000" cy="6858000"/>
          </a:xfrm>
          <a:blipFill>
            <a:blip r:embed="rId2">
              <a:alphaModFix amt="70000"/>
            </a:blip>
            <a:stretch>
              <a:fillRect/>
            </a:stretch>
          </a:blipFill>
        </p:spPr>
        <p:txBody>
          <a:bodyPr/>
          <a:lstStyle>
            <a:lvl1pPr>
              <a:defRPr/>
            </a:lvl1pPr>
          </a:lstStyle>
          <a:p>
            <a:r>
              <a:rPr lang="en-US"/>
              <a:t>   </a:t>
            </a:r>
          </a:p>
        </p:txBody>
      </p:sp>
    </p:spTree>
    <p:extLst>
      <p:ext uri="{BB962C8B-B14F-4D97-AF65-F5344CB8AC3E}">
        <p14:creationId xmlns:p14="http://schemas.microsoft.com/office/powerpoint/2010/main" val="226156815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with Picture 5">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6A8D131-CBCA-5C49-BC11-F46A79A7B14C}"/>
              </a:ext>
            </a:extLst>
          </p:cNvPr>
          <p:cNvSpPr/>
          <p:nvPr/>
        </p:nvSpPr>
        <p:spPr>
          <a:xfrm rot="16200000" flipH="1">
            <a:off x="376872" y="-386654"/>
            <a:ext cx="6858000" cy="7631304"/>
          </a:xfrm>
          <a:prstGeom prst="rect">
            <a:avLst/>
          </a:prstGeom>
          <a:gradFill flip="none" rotWithShape="1">
            <a:gsLst>
              <a:gs pos="0">
                <a:schemeClr val="accent1">
                  <a:lumMod val="75000"/>
                </a:schemeClr>
              </a:gs>
              <a:gs pos="35000">
                <a:schemeClr val="accent5">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D64BBC73-2B54-D426-37D1-91554AB6280D}"/>
              </a:ext>
            </a:extLst>
          </p:cNvPr>
          <p:cNvSpPr/>
          <p:nvPr/>
        </p:nvSpPr>
        <p:spPr>
          <a:xfrm rot="5400000">
            <a:off x="4174854" y="-1144323"/>
            <a:ext cx="3842298" cy="12191994"/>
          </a:xfrm>
          <a:prstGeom prst="rect">
            <a:avLst/>
          </a:prstGeom>
          <a:gradFill>
            <a:gsLst>
              <a:gs pos="0">
                <a:schemeClr val="accent3">
                  <a:lumMod val="50000"/>
                </a:schemeClr>
              </a:gs>
              <a:gs pos="48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Rectangle 5">
            <a:extLst>
              <a:ext uri="{FF2B5EF4-FFF2-40B4-BE49-F238E27FC236}">
                <a16:creationId xmlns:a16="http://schemas.microsoft.com/office/drawing/2014/main" id="{E2267C95-ECBD-88E5-88AE-67841646FC78}"/>
              </a:ext>
              <a:ext uri="{C183D7F6-B498-43B3-948B-1728B52AA6E4}">
                <adec:decorative xmlns:adec="http://schemas.microsoft.com/office/drawing/2017/decorative" val="1"/>
              </a:ext>
            </a:extLst>
          </p:cNvPr>
          <p:cNvSpPr/>
          <p:nvPr/>
        </p:nvSpPr>
        <p:spPr>
          <a:xfrm flipH="1">
            <a:off x="2756015" y="0"/>
            <a:ext cx="4875297" cy="6850173"/>
          </a:xfrm>
          <a:prstGeom prst="rect">
            <a:avLst/>
          </a:prstGeom>
          <a:gradFill flip="none" rotWithShape="1">
            <a:gsLst>
              <a:gs pos="19000">
                <a:schemeClr val="bg2"/>
              </a:gs>
              <a:gs pos="49000">
                <a:schemeClr val="accent6">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Title 12">
            <a:extLst>
              <a:ext uri="{FF2B5EF4-FFF2-40B4-BE49-F238E27FC236}">
                <a16:creationId xmlns:a16="http://schemas.microsoft.com/office/drawing/2014/main" id="{AC3C9A42-36FA-B347-AD02-B9A12C8D9EAF}"/>
              </a:ext>
            </a:extLst>
          </p:cNvPr>
          <p:cNvSpPr>
            <a:spLocks noGrp="1"/>
          </p:cNvSpPr>
          <p:nvPr>
            <p:ph type="title"/>
          </p:nvPr>
        </p:nvSpPr>
        <p:spPr>
          <a:xfrm>
            <a:off x="272779" y="1135378"/>
            <a:ext cx="5676921" cy="2163626"/>
          </a:xfrm>
        </p:spPr>
        <p:txBody>
          <a:bodyPr anchor="t"/>
          <a:lstStyle>
            <a:lvl1pPr>
              <a:defRPr sz="5000"/>
            </a:lvl1pPr>
          </a:lstStyle>
          <a:p>
            <a:r>
              <a:rPr lang="en-US"/>
              <a:t>Click to edit Master title style</a:t>
            </a:r>
          </a:p>
        </p:txBody>
      </p:sp>
      <p:sp>
        <p:nvSpPr>
          <p:cNvPr id="15" name="Subtitle 2">
            <a:extLst>
              <a:ext uri="{FF2B5EF4-FFF2-40B4-BE49-F238E27FC236}">
                <a16:creationId xmlns:a16="http://schemas.microsoft.com/office/drawing/2014/main" id="{E1DB729E-19D6-E1D5-DB31-89E9DF5D4004}"/>
              </a:ext>
            </a:extLst>
          </p:cNvPr>
          <p:cNvSpPr>
            <a:spLocks noGrp="1"/>
          </p:cNvSpPr>
          <p:nvPr>
            <p:ph type="subTitle" idx="1"/>
          </p:nvPr>
        </p:nvSpPr>
        <p:spPr>
          <a:xfrm>
            <a:off x="301752" y="4774541"/>
            <a:ext cx="4875296" cy="1591058"/>
          </a:xfrm>
          <a:noFill/>
        </p:spPr>
        <p:txBody>
          <a:bodyPr vert="horz" lIns="91440" tIns="45720" rIns="91440" bIns="45720" rtlCol="0" anchor="b">
            <a:noAutofit/>
          </a:bodyPr>
          <a:lstStyle>
            <a:lvl1pPr marL="0" indent="0">
              <a:buNone/>
              <a:defRPr lang="en-US" sz="1600" dirty="0"/>
            </a:lvl1pPr>
          </a:lstStyle>
          <a:p>
            <a:pPr lvl="0"/>
            <a:r>
              <a:rPr lang="en-US"/>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a:xfrm>
            <a:off x="301752" y="210114"/>
            <a:ext cx="2509284" cy="365760"/>
          </a:xfrm>
        </p:spPr>
        <p:txBody>
          <a:bodyPr/>
          <a:lstStyle/>
          <a:p>
            <a:r>
              <a:rPr lang="en-US"/>
              <a:t>Sample Footer Text</a:t>
            </a:r>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210114"/>
            <a:ext cx="2153412" cy="365760"/>
          </a:xfrm>
        </p:spPr>
        <p:txBody>
          <a:bodyPr/>
          <a:lstStyle/>
          <a:p>
            <a:fld id="{9458DF63-6CB9-404F-8464-DF813E7A7B12}" type="datetime1">
              <a:rPr lang="en-US" smtClean="0"/>
              <a:t>3/25/2026</a:t>
            </a:fld>
            <a:endParaRPr lang="en-US"/>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210114"/>
            <a:ext cx="493776" cy="365760"/>
          </a:xfrm>
        </p:spPr>
        <p:txBody>
          <a:bodyPr/>
          <a:lstStyle/>
          <a:p>
            <a:fld id="{5E0677F5-4A8A-4BF1-96BE-3BAE8FBAFE2E}" type="slidenum">
              <a:rPr lang="en-US" smtClean="0"/>
              <a:t>‹#›</a:t>
            </a:fld>
            <a:endParaRPr lang="en-US"/>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621524" y="0"/>
            <a:ext cx="4570476" cy="6858000"/>
          </a:xfrm>
          <a:blipFill>
            <a:blip r:embed="rId2">
              <a:alphaModFix amt="70000"/>
            </a:blip>
            <a:stretch>
              <a:fillRect/>
            </a:stretch>
          </a:blipFill>
        </p:spPr>
        <p:txBody>
          <a:bodyPr/>
          <a:lstStyle>
            <a:lvl1pPr>
              <a:defRPr/>
            </a:lvl1pPr>
          </a:lstStyle>
          <a:p>
            <a:r>
              <a:rPr lang="en-US"/>
              <a:t>   </a:t>
            </a:r>
          </a:p>
        </p:txBody>
      </p:sp>
      <p:cxnSp>
        <p:nvCxnSpPr>
          <p:cNvPr id="7" name="Straight Connector 6">
            <a:extLst>
              <a:ext uri="{FF2B5EF4-FFF2-40B4-BE49-F238E27FC236}">
                <a16:creationId xmlns:a16="http://schemas.microsoft.com/office/drawing/2014/main" id="{3B3541FD-375E-9F25-9D6E-2C93D6A17135}"/>
              </a:ext>
            </a:extLst>
          </p:cNvPr>
          <p:cNvCxnSpPr>
            <a:cxnSpLocks/>
          </p:cNvCxnSpPr>
          <p:nvPr userDrawn="1"/>
        </p:nvCxnSpPr>
        <p:spPr>
          <a:xfrm flipH="1">
            <a:off x="398166" y="762000"/>
            <a:ext cx="669969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947980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with Picture 6">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866C36F6-3968-40FA-37EA-155D2BE42AD1}"/>
              </a:ext>
            </a:extLst>
          </p:cNvPr>
          <p:cNvSpPr/>
          <p:nvPr/>
        </p:nvSpPr>
        <p:spPr>
          <a:xfrm>
            <a:off x="-2754" y="5254619"/>
            <a:ext cx="12188952" cy="1603381"/>
          </a:xfrm>
          <a:prstGeom prst="rect">
            <a:avLst/>
          </a:prstGeom>
          <a:gradFill>
            <a:gsLst>
              <a:gs pos="62000">
                <a:schemeClr val="accent6">
                  <a:lumMod val="50000"/>
                  <a:alpha val="0"/>
                </a:schemeClr>
              </a:gs>
              <a:gs pos="100000">
                <a:schemeClr val="accent4">
                  <a:alpha val="8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B63A348-0551-47A0-DA50-F560E4EC6794}"/>
              </a:ext>
            </a:extLst>
          </p:cNvPr>
          <p:cNvSpPr/>
          <p:nvPr/>
        </p:nvSpPr>
        <p:spPr>
          <a:xfrm>
            <a:off x="1430867" y="4492679"/>
            <a:ext cx="10758085" cy="2365320"/>
          </a:xfrm>
          <a:prstGeom prst="rect">
            <a:avLst/>
          </a:prstGeom>
          <a:gradFill>
            <a:gsLst>
              <a:gs pos="71000">
                <a:schemeClr val="accent1">
                  <a:lumMod val="50000"/>
                  <a:alpha val="0"/>
                </a:schemeClr>
              </a:gs>
              <a:gs pos="99000">
                <a:schemeClr val="accent3">
                  <a:lumMod val="60000"/>
                  <a:lumOff val="40000"/>
                  <a:alpha val="4000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7EE9334A-B58A-1191-419B-686185B07C62}"/>
              </a:ext>
            </a:extLst>
          </p:cNvPr>
          <p:cNvSpPr>
            <a:spLocks noGrp="1"/>
          </p:cNvSpPr>
          <p:nvPr>
            <p:ph type="title"/>
          </p:nvPr>
        </p:nvSpPr>
        <p:spPr>
          <a:xfrm>
            <a:off x="274320" y="5216448"/>
            <a:ext cx="7627857" cy="1394843"/>
          </a:xfrm>
        </p:spPr>
        <p:txBody>
          <a:bodyPr>
            <a:normAutofit/>
          </a:bodyPr>
          <a:lstStyle>
            <a:lvl1pPr>
              <a:defRPr sz="3600"/>
            </a:lvl1pPr>
          </a:lstStyle>
          <a:p>
            <a:r>
              <a:rPr lang="en-US"/>
              <a:t>Click to edit Master title style</a:t>
            </a:r>
          </a:p>
        </p:txBody>
      </p:sp>
      <p:sp>
        <p:nvSpPr>
          <p:cNvPr id="12" name="Subtitle 2">
            <a:extLst>
              <a:ext uri="{FF2B5EF4-FFF2-40B4-BE49-F238E27FC236}">
                <a16:creationId xmlns:a16="http://schemas.microsoft.com/office/drawing/2014/main" id="{25AC1EE1-879A-DD62-9DEE-9EDB54468EA5}"/>
              </a:ext>
            </a:extLst>
          </p:cNvPr>
          <p:cNvSpPr>
            <a:spLocks noGrp="1"/>
          </p:cNvSpPr>
          <p:nvPr>
            <p:ph type="subTitle" idx="1"/>
          </p:nvPr>
        </p:nvSpPr>
        <p:spPr>
          <a:xfrm>
            <a:off x="9183509" y="5216447"/>
            <a:ext cx="2738340" cy="1394844"/>
          </a:xfrm>
          <a:noFill/>
        </p:spPr>
        <p:txBody>
          <a:bodyPr vert="horz" lIns="91440" tIns="45720" rIns="91440" bIns="45720" rtlCol="0" anchor="b">
            <a:noAutofit/>
          </a:bodyPr>
          <a:lstStyle>
            <a:lvl1pPr marL="0" indent="0">
              <a:buNone/>
              <a:defRPr lang="en-US" sz="1400" dirty="0"/>
            </a:lvl1pPr>
          </a:lstStyle>
          <a:p>
            <a:pPr lvl="0"/>
            <a:r>
              <a:rPr lang="en-US"/>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88952" cy="3936570"/>
          </a:xfrm>
          <a:blipFill>
            <a:blip r:embed="rId2">
              <a:alphaModFix amt="70000"/>
            </a:blip>
            <a:stretch>
              <a:fillRect t="-14126"/>
            </a:stretch>
          </a:blipFill>
        </p:spPr>
        <p:txBody>
          <a:bodyPr/>
          <a:lstStyle>
            <a:lvl1pPr>
              <a:defRPr/>
            </a:lvl1pPr>
          </a:lstStyle>
          <a:p>
            <a:r>
              <a:rPr lang="en-US"/>
              <a:t>   </a:t>
            </a:r>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a:xfrm>
            <a:off x="301752" y="4154963"/>
            <a:ext cx="3447355" cy="365760"/>
          </a:xfrm>
        </p:spPr>
        <p:txBody>
          <a:bodyPr/>
          <a:lstStyle/>
          <a:p>
            <a:fld id="{21560963-1EEA-4BDE-8FF9-3FEE13B5D43C}" type="datetime1">
              <a:rPr lang="en-US" smtClean="0"/>
              <a:t>3/25/2026</a:t>
            </a:fld>
            <a:endParaRPr lang="en-US"/>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a:xfrm>
            <a:off x="9093201" y="4154963"/>
            <a:ext cx="2181351"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a:xfrm>
            <a:off x="11452503" y="4154963"/>
            <a:ext cx="448805" cy="365760"/>
          </a:xfrm>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909206682"/>
      </p:ext>
    </p:extLst>
  </p:cSld>
  <p:clrMapOvr>
    <a:masterClrMapping/>
  </p:clrMapOvr>
  <p:extLst>
    <p:ext uri="{DCECCB84-F9BA-43D5-87BE-67443E8EF086}">
      <p15:sldGuideLst xmlns:p15="http://schemas.microsoft.com/office/powerpoint/2012/main">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l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5C02513-E6E5-DFFD-29B1-02BE448BAD59}"/>
              </a:ext>
              <a:ext uri="{C183D7F6-B498-43B3-948B-1728B52AA6E4}">
                <adec:decorative xmlns:adec="http://schemas.microsoft.com/office/drawing/2017/decorative" val="1"/>
              </a:ext>
            </a:extLst>
          </p:cNvPr>
          <p:cNvSpPr/>
          <p:nvPr/>
        </p:nvSpPr>
        <p:spPr>
          <a:xfrm>
            <a:off x="2483189" y="0"/>
            <a:ext cx="9708811" cy="6859553"/>
          </a:xfrm>
          <a:prstGeom prst="rect">
            <a:avLst/>
          </a:prstGeom>
          <a:gradFill flip="none" rotWithShape="1">
            <a:gsLst>
              <a:gs pos="9000">
                <a:schemeClr val="accent1">
                  <a:lumMod val="75000"/>
                </a:schemeClr>
              </a:gs>
              <a:gs pos="54000">
                <a:schemeClr val="bg2">
                  <a:alpha val="0"/>
                </a:schemeClr>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Rectangle 7">
            <a:extLst>
              <a:ext uri="{FF2B5EF4-FFF2-40B4-BE49-F238E27FC236}">
                <a16:creationId xmlns:a16="http://schemas.microsoft.com/office/drawing/2014/main" id="{4F31A197-F740-DCA2-902E-29B890C31486}"/>
              </a:ext>
              <a:ext uri="{C183D7F6-B498-43B3-948B-1728B52AA6E4}">
                <adec:decorative xmlns:adec="http://schemas.microsoft.com/office/drawing/2017/decorative" val="1"/>
              </a:ext>
            </a:extLst>
          </p:cNvPr>
          <p:cNvSpPr/>
          <p:nvPr/>
        </p:nvSpPr>
        <p:spPr>
          <a:xfrm rot="10800000">
            <a:off x="398166" y="2201332"/>
            <a:ext cx="11793834" cy="4656665"/>
          </a:xfrm>
          <a:prstGeom prst="rect">
            <a:avLst/>
          </a:prstGeom>
          <a:gradFill>
            <a:gsLst>
              <a:gs pos="0">
                <a:schemeClr val="accent2"/>
              </a:gs>
              <a:gs pos="36000">
                <a:schemeClr val="accent1">
                  <a:lumMod val="5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Rectangle 10">
            <a:extLst>
              <a:ext uri="{FF2B5EF4-FFF2-40B4-BE49-F238E27FC236}">
                <a16:creationId xmlns:a16="http://schemas.microsoft.com/office/drawing/2014/main" id="{BE6801FB-115C-F074-E428-F4A4A588BCE7}"/>
              </a:ext>
              <a:ext uri="{C183D7F6-B498-43B3-948B-1728B52AA6E4}">
                <adec:decorative xmlns:adec="http://schemas.microsoft.com/office/drawing/2017/decorative" val="1"/>
              </a:ext>
            </a:extLst>
          </p:cNvPr>
          <p:cNvSpPr/>
          <p:nvPr/>
        </p:nvSpPr>
        <p:spPr>
          <a:xfrm>
            <a:off x="0" y="3861412"/>
            <a:ext cx="12192000" cy="3010777"/>
          </a:xfrm>
          <a:prstGeom prst="rect">
            <a:avLst/>
          </a:prstGeom>
          <a:gradFill flip="none" rotWithShape="1">
            <a:gsLst>
              <a:gs pos="17000">
                <a:schemeClr val="accent3">
                  <a:lumMod val="60000"/>
                  <a:lumOff val="40000"/>
                  <a:alpha val="51000"/>
                </a:schemeClr>
              </a:gs>
              <a:gs pos="44000">
                <a:schemeClr val="bg2">
                  <a:alpha val="0"/>
                </a:schemeClr>
              </a:gs>
            </a:gsLst>
            <a:lin ang="1716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chemeClr val="tx1"/>
              </a:solidFill>
            </a:endParaRPr>
          </a:p>
        </p:txBody>
      </p:sp>
      <p:cxnSp>
        <p:nvCxnSpPr>
          <p:cNvPr id="14" name="Straight Connector 13">
            <a:extLst>
              <a:ext uri="{FF2B5EF4-FFF2-40B4-BE49-F238E27FC236}">
                <a16:creationId xmlns:a16="http://schemas.microsoft.com/office/drawing/2014/main" id="{3CE9BCB7-0B84-78EB-474B-9077DE024658}"/>
              </a:ext>
            </a:extLst>
          </p:cNvPr>
          <p:cNvCxnSpPr>
            <a:cxnSpLocks/>
          </p:cNvCxnSpPr>
          <p:nvPr/>
        </p:nvCxnSpPr>
        <p:spPr>
          <a:xfrm flipH="1">
            <a:off x="358140" y="5174874"/>
            <a:ext cx="11475720"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10" name="Title 9">
            <a:extLst>
              <a:ext uri="{FF2B5EF4-FFF2-40B4-BE49-F238E27FC236}">
                <a16:creationId xmlns:a16="http://schemas.microsoft.com/office/drawing/2014/main" id="{B7CA771C-C0DC-4CE5-6507-04B80A7BF2D3}"/>
              </a:ext>
            </a:extLst>
          </p:cNvPr>
          <p:cNvSpPr>
            <a:spLocks noGrp="1"/>
          </p:cNvSpPr>
          <p:nvPr>
            <p:ph type="title"/>
          </p:nvPr>
        </p:nvSpPr>
        <p:spPr>
          <a:xfrm>
            <a:off x="274320" y="388704"/>
            <a:ext cx="9509760" cy="4297679"/>
          </a:xfrm>
        </p:spPr>
        <p:txBody>
          <a:bodyPr anchor="t"/>
          <a:lstStyle>
            <a:lvl1pPr>
              <a:defRPr sz="6000"/>
            </a:lvl1pPr>
          </a:lstStyle>
          <a:p>
            <a:r>
              <a:rPr lang="en-US"/>
              <a:t>Click to edit Master title style</a:t>
            </a:r>
          </a:p>
        </p:txBody>
      </p:sp>
      <p:sp>
        <p:nvSpPr>
          <p:cNvPr id="17" name="Subtitle 2">
            <a:extLst>
              <a:ext uri="{FF2B5EF4-FFF2-40B4-BE49-F238E27FC236}">
                <a16:creationId xmlns:a16="http://schemas.microsoft.com/office/drawing/2014/main" id="{1CA59141-B447-02B6-2167-E19939B6D502}"/>
              </a:ext>
            </a:extLst>
          </p:cNvPr>
          <p:cNvSpPr>
            <a:spLocks noGrp="1"/>
          </p:cNvSpPr>
          <p:nvPr>
            <p:ph type="subTitle" idx="1"/>
          </p:nvPr>
        </p:nvSpPr>
        <p:spPr>
          <a:xfrm>
            <a:off x="301751" y="5486399"/>
            <a:ext cx="6951553" cy="726128"/>
          </a:xfrm>
          <a:noFill/>
        </p:spPr>
        <p:txBody>
          <a:bodyPr vert="horz" lIns="91440" tIns="45720" rIns="91440" bIns="45720" rtlCol="0" anchor="t">
            <a:noAutofit/>
          </a:bodyPr>
          <a:lstStyle>
            <a:lvl1pPr marL="0" indent="0">
              <a:buNone/>
              <a:defRPr lang="en-US" sz="1800" dirty="0"/>
            </a:lvl1pPr>
          </a:lstStyle>
          <a:p>
            <a:pPr lvl="0"/>
            <a:r>
              <a:rPr lang="en-US"/>
              <a:t>Click to edit Master subtitle style</a:t>
            </a:r>
          </a:p>
        </p:txBody>
      </p:sp>
      <p:sp>
        <p:nvSpPr>
          <p:cNvPr id="4" name="Date Placeholder 3">
            <a:extLst>
              <a:ext uri="{FF2B5EF4-FFF2-40B4-BE49-F238E27FC236}">
                <a16:creationId xmlns:a16="http://schemas.microsoft.com/office/drawing/2014/main" id="{1F96BEF7-236A-87FA-F0D9-F4515D8135D3}"/>
              </a:ext>
            </a:extLst>
          </p:cNvPr>
          <p:cNvSpPr>
            <a:spLocks noGrp="1"/>
          </p:cNvSpPr>
          <p:nvPr>
            <p:ph type="dt" sz="half" idx="10"/>
          </p:nvPr>
        </p:nvSpPr>
        <p:spPr>
          <a:xfrm>
            <a:off x="301752" y="6304985"/>
            <a:ext cx="2218156" cy="365760"/>
          </a:xfrm>
        </p:spPr>
        <p:txBody>
          <a:bodyPr/>
          <a:lstStyle>
            <a:lvl1pPr>
              <a:defRPr>
                <a:solidFill>
                  <a:schemeClr val="tx1"/>
                </a:solidFill>
              </a:defRPr>
            </a:lvl1pPr>
          </a:lstStyle>
          <a:p>
            <a:fld id="{082FB242-E4A2-4711-B168-6D02C45DBE61}" type="datetime1">
              <a:rPr lang="en-US" smtClean="0"/>
              <a:t>3/25/2026</a:t>
            </a:fld>
            <a:endParaRPr lang="en-US"/>
          </a:p>
        </p:txBody>
      </p:sp>
      <p:sp>
        <p:nvSpPr>
          <p:cNvPr id="5" name="Footer Placeholder 4">
            <a:extLst>
              <a:ext uri="{FF2B5EF4-FFF2-40B4-BE49-F238E27FC236}">
                <a16:creationId xmlns:a16="http://schemas.microsoft.com/office/drawing/2014/main" id="{B2B0F5B7-78E6-2702-0F8C-122F4D21C908}"/>
              </a:ext>
            </a:extLst>
          </p:cNvPr>
          <p:cNvSpPr>
            <a:spLocks noGrp="1"/>
          </p:cNvSpPr>
          <p:nvPr>
            <p:ph type="ftr" sz="quarter" idx="11"/>
          </p:nvPr>
        </p:nvSpPr>
        <p:spPr>
          <a:xfrm>
            <a:off x="7622485" y="6304985"/>
            <a:ext cx="2509284" cy="365760"/>
          </a:xfrm>
        </p:spPr>
        <p:txBody>
          <a:bodyPr/>
          <a:lstStyle>
            <a:lvl1pPr>
              <a:defRPr>
                <a:solidFill>
                  <a:schemeClr val="tx1"/>
                </a:solidFill>
              </a:defRPr>
            </a:lvl1pPr>
          </a:lstStyle>
          <a:p>
            <a:r>
              <a:rPr lang="en-US"/>
              <a:t>Sample Footer Text</a:t>
            </a:r>
          </a:p>
        </p:txBody>
      </p:sp>
      <p:sp>
        <p:nvSpPr>
          <p:cNvPr id="6" name="Slide Number Placeholder 5">
            <a:extLst>
              <a:ext uri="{FF2B5EF4-FFF2-40B4-BE49-F238E27FC236}">
                <a16:creationId xmlns:a16="http://schemas.microsoft.com/office/drawing/2014/main" id="{4929C8F0-DE20-1DBB-6A42-CBFFAE15D7E6}"/>
              </a:ext>
            </a:extLst>
          </p:cNvPr>
          <p:cNvSpPr>
            <a:spLocks noGrp="1"/>
          </p:cNvSpPr>
          <p:nvPr>
            <p:ph type="sldNum" sz="quarter" idx="12"/>
          </p:nvPr>
        </p:nvSpPr>
        <p:spPr>
          <a:xfrm>
            <a:off x="11407526" y="6304985"/>
            <a:ext cx="493776" cy="365760"/>
          </a:xfrm>
        </p:spPr>
        <p:txBody>
          <a:bodyPr/>
          <a:lstStyle>
            <a:lvl1pPr>
              <a:defRPr>
                <a:solidFill>
                  <a:schemeClr val="tx1"/>
                </a:solidFill>
              </a:defRPr>
            </a:lvl1pPr>
          </a:lstStyle>
          <a:p>
            <a:fld id="{5E0677F5-4A8A-4BF1-96BE-3BAE8FBAFE2E}" type="slidenum">
              <a:rPr lang="en-US" smtClean="0"/>
              <a:pPr/>
              <a:t>‹#›</a:t>
            </a:fld>
            <a:endParaRPr lang="en-US"/>
          </a:p>
        </p:txBody>
      </p:sp>
    </p:spTree>
    <p:extLst>
      <p:ext uri="{BB962C8B-B14F-4D97-AF65-F5344CB8AC3E}">
        <p14:creationId xmlns:p14="http://schemas.microsoft.com/office/powerpoint/2010/main" val="365855289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2">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6A70A2D-6A6F-D8FD-B860-1F184E1B5E94}"/>
              </a:ext>
            </a:extLst>
          </p:cNvPr>
          <p:cNvSpPr>
            <a:spLocks noGrp="1"/>
          </p:cNvSpPr>
          <p:nvPr>
            <p:ph type="title"/>
          </p:nvPr>
        </p:nvSpPr>
        <p:spPr>
          <a:xfrm>
            <a:off x="274320" y="1133214"/>
            <a:ext cx="11631478" cy="1825674"/>
          </a:xfrm>
        </p:spPr>
        <p:txBody>
          <a:bodyPr anchor="t"/>
          <a:lstStyle>
            <a:lvl1pPr>
              <a:defRPr sz="5000"/>
            </a:lvl1pPr>
          </a:lstStyle>
          <a:p>
            <a:r>
              <a:rPr lang="en-US"/>
              <a:t>Click to edit Master title style</a:t>
            </a:r>
          </a:p>
        </p:txBody>
      </p:sp>
      <p:sp>
        <p:nvSpPr>
          <p:cNvPr id="7" name="Subtitle 2">
            <a:extLst>
              <a:ext uri="{FF2B5EF4-FFF2-40B4-BE49-F238E27FC236}">
                <a16:creationId xmlns:a16="http://schemas.microsoft.com/office/drawing/2014/main" id="{D95EA3D9-98A4-3891-668D-DF99CC18D7AC}"/>
              </a:ext>
            </a:extLst>
          </p:cNvPr>
          <p:cNvSpPr>
            <a:spLocks noGrp="1"/>
          </p:cNvSpPr>
          <p:nvPr>
            <p:ph type="subTitle" idx="1"/>
          </p:nvPr>
        </p:nvSpPr>
        <p:spPr>
          <a:xfrm>
            <a:off x="301751" y="5351226"/>
            <a:ext cx="7235954" cy="771276"/>
          </a:xfrm>
          <a:noFill/>
        </p:spPr>
        <p:txBody>
          <a:bodyPr vert="horz" lIns="91440" tIns="45720" rIns="91440" bIns="45720" rtlCol="0" anchor="t">
            <a:noAutofit/>
          </a:bodyPr>
          <a:lstStyle>
            <a:lvl1pPr marL="0" indent="0">
              <a:buNone/>
              <a:defRPr lang="en-US" sz="1800" dirty="0"/>
            </a:lvl1pPr>
          </a:lstStyle>
          <a:p>
            <a:pPr lvl="0"/>
            <a:r>
              <a:rPr lang="en-US"/>
              <a:t>Click to edit Master subtitle style</a:t>
            </a:r>
          </a:p>
        </p:txBody>
      </p:sp>
      <p:sp>
        <p:nvSpPr>
          <p:cNvPr id="15" name="Date Placeholder 14">
            <a:extLst>
              <a:ext uri="{FF2B5EF4-FFF2-40B4-BE49-F238E27FC236}">
                <a16:creationId xmlns:a16="http://schemas.microsoft.com/office/drawing/2014/main" id="{4E1D7382-6629-2CE5-9CD1-12C42772E0D2}"/>
              </a:ext>
            </a:extLst>
          </p:cNvPr>
          <p:cNvSpPr>
            <a:spLocks noGrp="1"/>
          </p:cNvSpPr>
          <p:nvPr>
            <p:ph type="dt" sz="half" idx="10"/>
          </p:nvPr>
        </p:nvSpPr>
        <p:spPr/>
        <p:txBody>
          <a:bodyPr/>
          <a:lstStyle/>
          <a:p>
            <a:fld id="{7DA2CEDE-2AB4-4FB8-9551-E0AA4222B1A3}" type="datetime1">
              <a:rPr lang="en-US" smtClean="0"/>
              <a:t>3/25/2026</a:t>
            </a:fld>
            <a:endParaRPr lang="en-US"/>
          </a:p>
        </p:txBody>
      </p:sp>
      <p:sp>
        <p:nvSpPr>
          <p:cNvPr id="16" name="Footer Placeholder 15">
            <a:extLst>
              <a:ext uri="{FF2B5EF4-FFF2-40B4-BE49-F238E27FC236}">
                <a16:creationId xmlns:a16="http://schemas.microsoft.com/office/drawing/2014/main" id="{04D3FCD7-2C92-02D9-B65F-03119FF69156}"/>
              </a:ext>
            </a:extLst>
          </p:cNvPr>
          <p:cNvSpPr>
            <a:spLocks noGrp="1"/>
          </p:cNvSpPr>
          <p:nvPr>
            <p:ph type="ftr" sz="quarter" idx="11"/>
          </p:nvPr>
        </p:nvSpPr>
        <p:spPr/>
        <p:txBody>
          <a:bodyPr/>
          <a:lstStyle/>
          <a:p>
            <a:r>
              <a:rPr lang="en-US"/>
              <a:t>Sample Footer Text</a:t>
            </a:r>
          </a:p>
        </p:txBody>
      </p:sp>
      <p:sp>
        <p:nvSpPr>
          <p:cNvPr id="17" name="Slide Number Placeholder 16">
            <a:extLst>
              <a:ext uri="{FF2B5EF4-FFF2-40B4-BE49-F238E27FC236}">
                <a16:creationId xmlns:a16="http://schemas.microsoft.com/office/drawing/2014/main" id="{6825B394-7F27-6399-8BDB-45CADE4F48C2}"/>
              </a:ext>
            </a:extLst>
          </p:cNvPr>
          <p:cNvSpPr>
            <a:spLocks noGrp="1"/>
          </p:cNvSpPr>
          <p:nvPr>
            <p:ph type="sldNum" sz="quarter" idx="12"/>
          </p:nvPr>
        </p:nvSpPr>
        <p:spPr/>
        <p:txBody>
          <a:bodyPr/>
          <a:lstStyle/>
          <a:p>
            <a:fld id="{5E0677F5-4A8A-4BF1-96BE-3BAE8FBAFE2E}" type="slidenum">
              <a:rPr lang="en-US" smtClean="0"/>
              <a:pPr/>
              <a:t>‹#›</a:t>
            </a:fld>
            <a:endParaRPr lang="en-US"/>
          </a:p>
        </p:txBody>
      </p:sp>
      <p:sp>
        <p:nvSpPr>
          <p:cNvPr id="11" name="Rectangle 10">
            <a:extLst>
              <a:ext uri="{FF2B5EF4-FFF2-40B4-BE49-F238E27FC236}">
                <a16:creationId xmlns:a16="http://schemas.microsoft.com/office/drawing/2014/main" id="{6D514160-DA6E-9655-9294-6538F297B73D}"/>
              </a:ext>
            </a:extLst>
          </p:cNvPr>
          <p:cNvSpPr/>
          <p:nvPr/>
        </p:nvSpPr>
        <p:spPr>
          <a:xfrm rot="10800000">
            <a:off x="0" y="3432121"/>
            <a:ext cx="12192000" cy="1825033"/>
          </a:xfrm>
          <a:prstGeom prst="rect">
            <a:avLst/>
          </a:prstGeom>
          <a:gradFill>
            <a:gsLst>
              <a:gs pos="63000">
                <a:schemeClr val="bg2">
                  <a:alpha val="0"/>
                </a:schemeClr>
              </a:gs>
              <a:gs pos="100000">
                <a:schemeClr val="accent1">
                  <a:lumMod val="7500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2EC29EB-3E43-F1FF-EB6B-9F5C908FFCC8}"/>
              </a:ext>
            </a:extLst>
          </p:cNvPr>
          <p:cNvSpPr/>
          <p:nvPr userDrawn="1"/>
        </p:nvSpPr>
        <p:spPr>
          <a:xfrm rot="16200000" flipH="1">
            <a:off x="5938634" y="-996853"/>
            <a:ext cx="1825034" cy="10681699"/>
          </a:xfrm>
          <a:prstGeom prst="rect">
            <a:avLst/>
          </a:prstGeom>
          <a:gradFill>
            <a:gsLst>
              <a:gs pos="56000">
                <a:schemeClr val="bg1">
                  <a:alpha val="0"/>
                </a:schemeClr>
              </a:gs>
              <a:gs pos="100000">
                <a:schemeClr val="accent6"/>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233028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1A723D2-7AAD-C321-CBD6-371714EC1095}"/>
              </a:ext>
            </a:extLst>
          </p:cNvPr>
          <p:cNvSpPr/>
          <p:nvPr/>
        </p:nvSpPr>
        <p:spPr>
          <a:xfrm>
            <a:off x="0" y="-1"/>
            <a:ext cx="12192000" cy="6858000"/>
          </a:xfrm>
          <a:prstGeom prst="rect">
            <a:avLst/>
          </a:prstGeom>
          <a:gradFill flip="none" rotWithShape="1">
            <a:gsLst>
              <a:gs pos="70000">
                <a:schemeClr val="bg2"/>
              </a:gs>
              <a:gs pos="1149">
                <a:schemeClr val="accent3">
                  <a:lumMod val="50000"/>
                </a:schemeClr>
              </a:gs>
              <a:gs pos="33000">
                <a:schemeClr val="accent2">
                  <a:lumMod val="50000"/>
                </a:schemeClr>
              </a:gs>
            </a:gsLst>
            <a:path path="circle">
              <a:fillToRect t="100000" r="100000"/>
            </a:path>
            <a:tileRect l="-100000" b="-100000"/>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tx1"/>
              </a:solidFill>
              <a:effectLst/>
              <a:uLnTx/>
              <a:uFillTx/>
              <a:latin typeface="Neue Haas Grotesk Text Pro"/>
              <a:ea typeface="+mn-ea"/>
              <a:cs typeface="+mn-cs"/>
            </a:endParaRPr>
          </a:p>
        </p:txBody>
      </p:sp>
      <p:sp>
        <p:nvSpPr>
          <p:cNvPr id="5" name="Rectangle 4">
            <a:extLst>
              <a:ext uri="{FF2B5EF4-FFF2-40B4-BE49-F238E27FC236}">
                <a16:creationId xmlns:a16="http://schemas.microsoft.com/office/drawing/2014/main" id="{0854A4F1-E6B3-0BD8-2214-FC728BA0524F}"/>
              </a:ext>
            </a:extLst>
          </p:cNvPr>
          <p:cNvSpPr/>
          <p:nvPr/>
        </p:nvSpPr>
        <p:spPr>
          <a:xfrm rot="5400000">
            <a:off x="4604446" y="-729554"/>
            <a:ext cx="4537587" cy="10637521"/>
          </a:xfrm>
          <a:prstGeom prst="rect">
            <a:avLst/>
          </a:prstGeom>
          <a:gradFill flip="none" rotWithShape="1">
            <a:gsLst>
              <a:gs pos="65000">
                <a:schemeClr val="tx1">
                  <a:alpha val="0"/>
                </a:schemeClr>
              </a:gs>
              <a:gs pos="0">
                <a:schemeClr val="accent3">
                  <a:lumMod val="60000"/>
                  <a:lumOff val="40000"/>
                  <a:alpha val="70000"/>
                </a:schemeClr>
              </a:gs>
              <a:gs pos="32000">
                <a:schemeClr val="accent4">
                  <a:alpha val="0"/>
                </a:schemeClr>
              </a:gs>
            </a:gsLst>
            <a:lin ang="9600000" scaled="0"/>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tx1"/>
              </a:solidFill>
              <a:effectLst/>
              <a:uLnTx/>
              <a:uFillTx/>
              <a:latin typeface="Neue Haas Grotesk Text Pro"/>
              <a:ea typeface="+mn-ea"/>
              <a:cs typeface="+mn-cs"/>
            </a:endParaRPr>
          </a:p>
        </p:txBody>
      </p:sp>
      <p:sp>
        <p:nvSpPr>
          <p:cNvPr id="12" name="Title 11">
            <a:extLst>
              <a:ext uri="{FF2B5EF4-FFF2-40B4-BE49-F238E27FC236}">
                <a16:creationId xmlns:a16="http://schemas.microsoft.com/office/drawing/2014/main" id="{4B18168D-C992-4156-FB48-F867F260F21D}"/>
              </a:ext>
            </a:extLst>
          </p:cNvPr>
          <p:cNvSpPr>
            <a:spLocks noGrp="1"/>
          </p:cNvSpPr>
          <p:nvPr>
            <p:ph type="title"/>
          </p:nvPr>
        </p:nvSpPr>
        <p:spPr>
          <a:xfrm>
            <a:off x="270456" y="1133862"/>
            <a:ext cx="8346853" cy="3537889"/>
          </a:xfrm>
        </p:spPr>
        <p:txBody>
          <a:bodyPr anchor="t"/>
          <a:lstStyle>
            <a:lvl1pPr>
              <a:defRPr sz="5000"/>
            </a:lvl1pPr>
          </a:lstStyle>
          <a:p>
            <a:r>
              <a:rPr lang="en-US"/>
              <a:t>Click to edit Master title style</a:t>
            </a:r>
          </a:p>
        </p:txBody>
      </p:sp>
      <p:sp>
        <p:nvSpPr>
          <p:cNvPr id="14" name="Subtitle 2">
            <a:extLst>
              <a:ext uri="{FF2B5EF4-FFF2-40B4-BE49-F238E27FC236}">
                <a16:creationId xmlns:a16="http://schemas.microsoft.com/office/drawing/2014/main" id="{701A87CE-1AFE-0182-C6D3-084296E48E91}"/>
              </a:ext>
            </a:extLst>
          </p:cNvPr>
          <p:cNvSpPr>
            <a:spLocks noGrp="1"/>
          </p:cNvSpPr>
          <p:nvPr>
            <p:ph type="subTitle" idx="1"/>
          </p:nvPr>
        </p:nvSpPr>
        <p:spPr>
          <a:xfrm>
            <a:off x="301751" y="5525725"/>
            <a:ext cx="6052929" cy="884901"/>
          </a:xfrm>
          <a:noFill/>
        </p:spPr>
        <p:txBody>
          <a:bodyPr vert="horz" lIns="91440" tIns="45720" rIns="91440" bIns="45720" rtlCol="0" anchor="t">
            <a:noAutofit/>
          </a:bodyPr>
          <a:lstStyle>
            <a:lvl1pPr marL="0" indent="0">
              <a:buNone/>
              <a:defRPr lang="en-US" sz="1800" dirty="0"/>
            </a:lvl1pPr>
          </a:lstStyle>
          <a:p>
            <a:pPr lvl="0"/>
            <a:r>
              <a:rPr lang="en-US"/>
              <a:t>Click to edit Master subtitle style</a:t>
            </a:r>
          </a:p>
        </p:txBody>
      </p:sp>
      <p:sp>
        <p:nvSpPr>
          <p:cNvPr id="7" name="Date Placeholder 6">
            <a:extLst>
              <a:ext uri="{FF2B5EF4-FFF2-40B4-BE49-F238E27FC236}">
                <a16:creationId xmlns:a16="http://schemas.microsoft.com/office/drawing/2014/main" id="{5EAFA23F-C567-5858-AF7D-C37EC8657A25}"/>
              </a:ext>
            </a:extLst>
          </p:cNvPr>
          <p:cNvSpPr>
            <a:spLocks noGrp="1"/>
          </p:cNvSpPr>
          <p:nvPr>
            <p:ph type="dt" sz="half" idx="10"/>
          </p:nvPr>
        </p:nvSpPr>
        <p:spPr/>
        <p:txBody>
          <a:bodyPr/>
          <a:lstStyle/>
          <a:p>
            <a:fld id="{7DA2CEDE-2AB4-4FB8-9551-E0AA4222B1A3}" type="datetime1">
              <a:rPr lang="en-US" smtClean="0"/>
              <a:t>3/25/2026</a:t>
            </a:fld>
            <a:endParaRPr lang="en-US"/>
          </a:p>
        </p:txBody>
      </p:sp>
      <p:sp>
        <p:nvSpPr>
          <p:cNvPr id="8" name="Footer Placeholder 7">
            <a:extLst>
              <a:ext uri="{FF2B5EF4-FFF2-40B4-BE49-F238E27FC236}">
                <a16:creationId xmlns:a16="http://schemas.microsoft.com/office/drawing/2014/main" id="{8EFB4A31-4D88-6836-9F3A-5E23FC9DE7FB}"/>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E3C38715-2A76-D075-B90E-D24A263D8DA5}"/>
              </a:ext>
            </a:extLst>
          </p:cNvPr>
          <p:cNvSpPr>
            <a:spLocks noGrp="1"/>
          </p:cNvSpPr>
          <p:nvPr>
            <p:ph type="sldNum" sz="quarter" idx="12"/>
          </p:nvPr>
        </p:nvSpPr>
        <p:spPr/>
        <p:txBody>
          <a:bodyPr/>
          <a:lstStyle/>
          <a:p>
            <a:fld id="{5E0677F5-4A8A-4BF1-96BE-3BAE8FBAFE2E}" type="slidenum">
              <a:rPr lang="en-US" smtClean="0"/>
              <a:pPr/>
              <a:t>‹#›</a:t>
            </a:fld>
            <a:endParaRPr lang="en-US"/>
          </a:p>
        </p:txBody>
      </p:sp>
      <p:cxnSp>
        <p:nvCxnSpPr>
          <p:cNvPr id="6" name="Straight Connector 5">
            <a:extLst>
              <a:ext uri="{FF2B5EF4-FFF2-40B4-BE49-F238E27FC236}">
                <a16:creationId xmlns:a16="http://schemas.microsoft.com/office/drawing/2014/main" id="{3D6702AA-E129-137F-060D-8DD37BC99937}"/>
              </a:ext>
            </a:extLst>
          </p:cNvPr>
          <p:cNvCxnSpPr>
            <a:cxnSpLocks/>
          </p:cNvCxnSpPr>
          <p:nvPr/>
        </p:nvCxnSpPr>
        <p:spPr>
          <a:xfrm flipH="1">
            <a:off x="358140" y="762000"/>
            <a:ext cx="11475720" cy="0"/>
          </a:xfrm>
          <a:prstGeom prst="line">
            <a:avLst/>
          </a:prstGeom>
          <a:ln w="6350">
            <a:solidFill>
              <a:schemeClr val="tx1">
                <a:lumMod val="65000"/>
                <a:alpha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0FD9841-58FA-E828-27A6-DBFBFA5C0854}"/>
              </a:ext>
            </a:extLst>
          </p:cNvPr>
          <p:cNvCxnSpPr>
            <a:cxnSpLocks/>
          </p:cNvCxnSpPr>
          <p:nvPr/>
        </p:nvCxnSpPr>
        <p:spPr>
          <a:xfrm flipH="1">
            <a:off x="394716" y="5250426"/>
            <a:ext cx="11402568" cy="0"/>
          </a:xfrm>
          <a:prstGeom prst="line">
            <a:avLst/>
          </a:prstGeom>
          <a:ln w="6350">
            <a:solidFill>
              <a:schemeClr val="tx1">
                <a:lumMod val="75000"/>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892074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3D93006-CD9A-ACB8-4DFF-755585BD51C6}"/>
              </a:ext>
            </a:extLst>
          </p:cNvPr>
          <p:cNvSpPr/>
          <p:nvPr/>
        </p:nvSpPr>
        <p:spPr>
          <a:xfrm rot="5400000" flipH="1" flipV="1">
            <a:off x="-367222" y="367225"/>
            <a:ext cx="6866356" cy="6131909"/>
          </a:xfrm>
          <a:prstGeom prst="rect">
            <a:avLst/>
          </a:prstGeom>
          <a:gradFill>
            <a:gsLst>
              <a:gs pos="13000">
                <a:schemeClr val="accent2"/>
              </a:gs>
              <a:gs pos="60000">
                <a:schemeClr val="bg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rot="5400000" flipV="1">
            <a:off x="-1977949" y="2307330"/>
            <a:ext cx="6528619" cy="2572719"/>
          </a:xfrm>
          <a:prstGeom prst="rect">
            <a:avLst/>
          </a:prstGeom>
          <a:gradFill>
            <a:gsLst>
              <a:gs pos="0">
                <a:schemeClr val="accent1">
                  <a:lumMod val="75000"/>
                </a:schemeClr>
              </a:gs>
              <a:gs pos="42000">
                <a:schemeClr val="bg2">
                  <a:alpha val="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Rectangle 5">
            <a:extLst>
              <a:ext uri="{FF2B5EF4-FFF2-40B4-BE49-F238E27FC236}">
                <a16:creationId xmlns:a16="http://schemas.microsoft.com/office/drawing/2014/main" id="{72AFF5B4-F60C-7639-0259-DAA1F9833429}"/>
              </a:ext>
            </a:extLst>
          </p:cNvPr>
          <p:cNvSpPr/>
          <p:nvPr/>
        </p:nvSpPr>
        <p:spPr>
          <a:xfrm rot="10800000">
            <a:off x="1" y="4216109"/>
            <a:ext cx="8887299" cy="2644533"/>
          </a:xfrm>
          <a:prstGeom prst="rect">
            <a:avLst/>
          </a:prstGeom>
          <a:gradFill>
            <a:gsLst>
              <a:gs pos="0">
                <a:schemeClr val="accent3">
                  <a:lumMod val="60000"/>
                  <a:lumOff val="40000"/>
                </a:schemeClr>
              </a:gs>
              <a:gs pos="49000">
                <a:schemeClr val="accent4">
                  <a:lumMod val="75000"/>
                  <a:alpha val="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3018499" y="952500"/>
            <a:ext cx="8887299" cy="5636798"/>
          </a:xfrm>
        </p:spPr>
        <p:txBody>
          <a:bodyPr anchor="b">
            <a:normAutofit/>
          </a:bodyPr>
          <a:lstStyle>
            <a:lvl1pPr algn="r">
              <a:defRPr sz="72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3FCA76BF-5E58-9143-643F-6B06864B8735}"/>
              </a:ext>
            </a:extLst>
          </p:cNvPr>
          <p:cNvSpPr>
            <a:spLocks noGrp="1"/>
          </p:cNvSpPr>
          <p:nvPr>
            <p:ph type="dt" sz="half" idx="10"/>
          </p:nvPr>
        </p:nvSpPr>
        <p:spPr/>
        <p:txBody>
          <a:bodyPr/>
          <a:lstStyle/>
          <a:p>
            <a:fld id="{7DA2CEDE-2AB4-4FB8-9551-E0AA4222B1A3}" type="datetime1">
              <a:rPr lang="en-US" smtClean="0"/>
              <a:t>3/25/2026</a:t>
            </a:fld>
            <a:endParaRPr lang="en-US"/>
          </a:p>
        </p:txBody>
      </p:sp>
      <p:sp>
        <p:nvSpPr>
          <p:cNvPr id="4" name="Footer Placeholder 3">
            <a:extLst>
              <a:ext uri="{FF2B5EF4-FFF2-40B4-BE49-F238E27FC236}">
                <a16:creationId xmlns:a16="http://schemas.microsoft.com/office/drawing/2014/main" id="{006C9F8B-DAAC-4FD9-5257-842E1B079B6D}"/>
              </a:ext>
            </a:extLst>
          </p:cNvPr>
          <p:cNvSpPr>
            <a:spLocks noGrp="1"/>
          </p:cNvSpPr>
          <p:nvPr>
            <p:ph type="ftr" sz="quarter" idx="11"/>
          </p:nvPr>
        </p:nvSpPr>
        <p:spPr/>
        <p:txBody>
          <a:bodyPr/>
          <a:lstStyle/>
          <a:p>
            <a:r>
              <a:rPr lang="en-US"/>
              <a:t>Sample Footer Text</a:t>
            </a:r>
          </a:p>
        </p:txBody>
      </p:sp>
      <p:sp>
        <p:nvSpPr>
          <p:cNvPr id="8" name="Slide Number Placeholder 7">
            <a:extLst>
              <a:ext uri="{FF2B5EF4-FFF2-40B4-BE49-F238E27FC236}">
                <a16:creationId xmlns:a16="http://schemas.microsoft.com/office/drawing/2014/main" id="{DEF8E261-B260-D169-5279-F4153543A76C}"/>
              </a:ext>
            </a:extLst>
          </p:cNvPr>
          <p:cNvSpPr>
            <a:spLocks noGrp="1"/>
          </p:cNvSpPr>
          <p:nvPr>
            <p:ph type="sldNum" sz="quarter" idx="12"/>
          </p:nvPr>
        </p:nvSpPr>
        <p:spPr/>
        <p:txBody>
          <a:bodyPr/>
          <a:lstStyle/>
          <a:p>
            <a:fld id="{5E0677F5-4A8A-4BF1-96BE-3BAE8FBAFE2E}" type="slidenum">
              <a:rPr lang="en-US" smtClean="0"/>
              <a:pPr/>
              <a:t>‹#›</a:t>
            </a:fld>
            <a:endParaRPr lang="en-US"/>
          </a:p>
        </p:txBody>
      </p:sp>
    </p:spTree>
    <p:extLst>
      <p:ext uri="{BB962C8B-B14F-4D97-AF65-F5344CB8AC3E}">
        <p14:creationId xmlns:p14="http://schemas.microsoft.com/office/powerpoint/2010/main" val="40584278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Section Header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3D93006-CD9A-ACB8-4DFF-755585BD51C6}"/>
              </a:ext>
            </a:extLst>
          </p:cNvPr>
          <p:cNvSpPr/>
          <p:nvPr/>
        </p:nvSpPr>
        <p:spPr>
          <a:xfrm rot="16200000" flipH="1">
            <a:off x="-367223" y="363046"/>
            <a:ext cx="6866356" cy="6131909"/>
          </a:xfrm>
          <a:prstGeom prst="rect">
            <a:avLst/>
          </a:prstGeom>
          <a:gradFill>
            <a:gsLst>
              <a:gs pos="0">
                <a:schemeClr val="accent1">
                  <a:lumMod val="75000"/>
                </a:schemeClr>
              </a:gs>
              <a:gs pos="69000">
                <a:schemeClr val="bg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rot="16200000">
            <a:off x="-2106733" y="2106735"/>
            <a:ext cx="6858000" cy="2644533"/>
          </a:xfrm>
          <a:prstGeom prst="rect">
            <a:avLst/>
          </a:prstGeom>
          <a:gradFill>
            <a:gsLst>
              <a:gs pos="0">
                <a:schemeClr val="accent3">
                  <a:lumMod val="60000"/>
                  <a:lumOff val="40000"/>
                  <a:alpha val="72000"/>
                </a:schemeClr>
              </a:gs>
              <a:gs pos="49000">
                <a:schemeClr val="bg2">
                  <a:alpha val="0"/>
                </a:schemeClr>
              </a:gs>
            </a:gsLst>
            <a:lin ang="58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Rectangle 5">
            <a:extLst>
              <a:ext uri="{FF2B5EF4-FFF2-40B4-BE49-F238E27FC236}">
                <a16:creationId xmlns:a16="http://schemas.microsoft.com/office/drawing/2014/main" id="{DF922070-FC98-090C-2EE5-E880AEA09D1B}"/>
              </a:ext>
            </a:extLst>
          </p:cNvPr>
          <p:cNvSpPr/>
          <p:nvPr/>
        </p:nvSpPr>
        <p:spPr>
          <a:xfrm flipH="1" flipV="1">
            <a:off x="0" y="2200164"/>
            <a:ext cx="12192000" cy="4657836"/>
          </a:xfrm>
          <a:prstGeom prst="rect">
            <a:avLst/>
          </a:prstGeom>
          <a:gradFill>
            <a:gsLst>
              <a:gs pos="0">
                <a:schemeClr val="accent2"/>
              </a:gs>
              <a:gs pos="52000">
                <a:schemeClr val="bg2">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274320" y="1079500"/>
            <a:ext cx="9867900" cy="5514953"/>
          </a:xfrm>
        </p:spPr>
        <p:txBody>
          <a:bodyPr anchor="b">
            <a:normAutofit/>
          </a:bodyPr>
          <a:lstStyle>
            <a:lvl1pPr>
              <a:defRPr sz="72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BFF27D51-28B8-B2E3-D66E-632D6F01E601}"/>
              </a:ext>
            </a:extLst>
          </p:cNvPr>
          <p:cNvSpPr>
            <a:spLocks noGrp="1"/>
          </p:cNvSpPr>
          <p:nvPr>
            <p:ph type="dt" sz="half" idx="10"/>
          </p:nvPr>
        </p:nvSpPr>
        <p:spPr/>
        <p:txBody>
          <a:bodyPr/>
          <a:lstStyle/>
          <a:p>
            <a:fld id="{7DA2CEDE-2AB4-4FB8-9551-E0AA4222B1A3}" type="datetime1">
              <a:rPr lang="en-US" smtClean="0"/>
              <a:t>3/25/2026</a:t>
            </a:fld>
            <a:endParaRPr lang="en-US"/>
          </a:p>
        </p:txBody>
      </p:sp>
      <p:sp>
        <p:nvSpPr>
          <p:cNvPr id="4" name="Footer Placeholder 3">
            <a:extLst>
              <a:ext uri="{FF2B5EF4-FFF2-40B4-BE49-F238E27FC236}">
                <a16:creationId xmlns:a16="http://schemas.microsoft.com/office/drawing/2014/main" id="{411DCFE3-286D-146F-718D-4D8F709FB8DE}"/>
              </a:ext>
            </a:extLst>
          </p:cNvPr>
          <p:cNvSpPr>
            <a:spLocks noGrp="1"/>
          </p:cNvSpPr>
          <p:nvPr>
            <p:ph type="ftr" sz="quarter" idx="11"/>
          </p:nvPr>
        </p:nvSpPr>
        <p:spPr/>
        <p:txBody>
          <a:bodyPr/>
          <a:lstStyle/>
          <a:p>
            <a:r>
              <a:rPr lang="en-US"/>
              <a:t>Sample Footer Text</a:t>
            </a:r>
          </a:p>
        </p:txBody>
      </p:sp>
      <p:sp>
        <p:nvSpPr>
          <p:cNvPr id="8" name="Slide Number Placeholder 7">
            <a:extLst>
              <a:ext uri="{FF2B5EF4-FFF2-40B4-BE49-F238E27FC236}">
                <a16:creationId xmlns:a16="http://schemas.microsoft.com/office/drawing/2014/main" id="{C65F9152-3DAD-AB36-D2B3-9A4DBF0AA786}"/>
              </a:ext>
            </a:extLst>
          </p:cNvPr>
          <p:cNvSpPr>
            <a:spLocks noGrp="1"/>
          </p:cNvSpPr>
          <p:nvPr>
            <p:ph type="sldNum" sz="quarter" idx="12"/>
          </p:nvPr>
        </p:nvSpPr>
        <p:spPr/>
        <p:txBody>
          <a:bodyPr/>
          <a:lstStyle/>
          <a:p>
            <a:fld id="{5E0677F5-4A8A-4BF1-96BE-3BAE8FBAFE2E}" type="slidenum">
              <a:rPr lang="en-US" smtClean="0"/>
              <a:pPr/>
              <a:t>‹#›</a:t>
            </a:fld>
            <a:endParaRPr lang="en-US"/>
          </a:p>
        </p:txBody>
      </p:sp>
    </p:spTree>
    <p:extLst>
      <p:ext uri="{BB962C8B-B14F-4D97-AF65-F5344CB8AC3E}">
        <p14:creationId xmlns:p14="http://schemas.microsoft.com/office/powerpoint/2010/main" val="31129448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31AE9B9-D0DC-50F5-FE7E-BCF950A9B60C}"/>
              </a:ext>
            </a:extLst>
          </p:cNvPr>
          <p:cNvSpPr/>
          <p:nvPr/>
        </p:nvSpPr>
        <p:spPr>
          <a:xfrm>
            <a:off x="28450" y="0"/>
            <a:ext cx="7600185" cy="6858000"/>
          </a:xfrm>
          <a:prstGeom prst="rect">
            <a:avLst/>
          </a:prstGeom>
          <a:gradFill>
            <a:gsLst>
              <a:gs pos="52000">
                <a:schemeClr val="bg2">
                  <a:alpha val="0"/>
                </a:schemeClr>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F8F2B01-BAAD-F03E-72D9-CC472F3A5DE5}"/>
              </a:ext>
            </a:extLst>
          </p:cNvPr>
          <p:cNvSpPr/>
          <p:nvPr/>
        </p:nvSpPr>
        <p:spPr>
          <a:xfrm flipH="1" flipV="1">
            <a:off x="0" y="3409447"/>
            <a:ext cx="7609635" cy="3448553"/>
          </a:xfrm>
          <a:prstGeom prst="rect">
            <a:avLst/>
          </a:prstGeom>
          <a:gradFill>
            <a:gsLst>
              <a:gs pos="0">
                <a:schemeClr val="accent2"/>
              </a:gs>
              <a:gs pos="45000">
                <a:schemeClr val="bg2">
                  <a:alpha val="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5" name="Rectangle 4">
            <a:extLst>
              <a:ext uri="{FF2B5EF4-FFF2-40B4-BE49-F238E27FC236}">
                <a16:creationId xmlns:a16="http://schemas.microsoft.com/office/drawing/2014/main" id="{32F5B7E4-5668-20C3-5FFF-AA7F08736507}"/>
              </a:ext>
            </a:extLst>
          </p:cNvPr>
          <p:cNvSpPr/>
          <p:nvPr/>
        </p:nvSpPr>
        <p:spPr>
          <a:xfrm rot="16200000">
            <a:off x="394816" y="-375817"/>
            <a:ext cx="6858000" cy="7609635"/>
          </a:xfrm>
          <a:prstGeom prst="rect">
            <a:avLst/>
          </a:prstGeom>
          <a:gradFill>
            <a:gsLst>
              <a:gs pos="0">
                <a:schemeClr val="tx1"/>
              </a:gs>
              <a:gs pos="18000">
                <a:schemeClr val="accent3">
                  <a:lumMod val="60000"/>
                  <a:lumOff val="40000"/>
                  <a:alpha val="72000"/>
                </a:schemeClr>
              </a:gs>
              <a:gs pos="56000">
                <a:schemeClr val="accent1">
                  <a:lumMod val="50000"/>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268344FF-8882-8B2E-4777-40771425C01A}"/>
              </a:ext>
            </a:extLst>
          </p:cNvPr>
          <p:cNvSpPr/>
          <p:nvPr/>
        </p:nvSpPr>
        <p:spPr>
          <a:xfrm rot="16200000">
            <a:off x="1188613" y="417977"/>
            <a:ext cx="5518112" cy="7361933"/>
          </a:xfrm>
          <a:prstGeom prst="rect">
            <a:avLst/>
          </a:prstGeom>
          <a:gradFill flip="none" rotWithShape="1">
            <a:gsLst>
              <a:gs pos="24000">
                <a:schemeClr val="bg2">
                  <a:alpha val="0"/>
                </a:schemeClr>
              </a:gs>
              <a:gs pos="45000">
                <a:schemeClr val="bg2">
                  <a:alpha val="82000"/>
                </a:schemeClr>
              </a:gs>
              <a:gs pos="67000">
                <a:schemeClr val="bg1">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8" name="Title 7">
            <a:extLst>
              <a:ext uri="{FF2B5EF4-FFF2-40B4-BE49-F238E27FC236}">
                <a16:creationId xmlns:a16="http://schemas.microsoft.com/office/drawing/2014/main" id="{5F9BCED7-6A0B-12F0-730B-5623879C9495}"/>
              </a:ext>
            </a:extLst>
          </p:cNvPr>
          <p:cNvSpPr>
            <a:spLocks noGrp="1"/>
          </p:cNvSpPr>
          <p:nvPr>
            <p:ph type="title"/>
          </p:nvPr>
        </p:nvSpPr>
        <p:spPr>
          <a:xfrm>
            <a:off x="266702" y="1714498"/>
            <a:ext cx="4960617" cy="4722876"/>
          </a:xfrm>
        </p:spPr>
        <p:txBody>
          <a:bodyPr/>
          <a:lstStyle>
            <a:lvl1pPr>
              <a:defRPr sz="5000"/>
            </a:lvl1pPr>
          </a:lstStyle>
          <a:p>
            <a:r>
              <a:rPr lang="en-US"/>
              <a:t>Click to edit Master title style</a:t>
            </a:r>
          </a:p>
        </p:txBody>
      </p:sp>
      <p:sp>
        <p:nvSpPr>
          <p:cNvPr id="13" name="Date Placeholder 12">
            <a:extLst>
              <a:ext uri="{FF2B5EF4-FFF2-40B4-BE49-F238E27FC236}">
                <a16:creationId xmlns:a16="http://schemas.microsoft.com/office/drawing/2014/main" id="{E14FBD3E-3A09-5EF4-6941-FFF3E03D5396}"/>
              </a:ext>
            </a:extLst>
          </p:cNvPr>
          <p:cNvSpPr>
            <a:spLocks noGrp="1"/>
          </p:cNvSpPr>
          <p:nvPr>
            <p:ph type="dt" sz="half" idx="14"/>
          </p:nvPr>
        </p:nvSpPr>
        <p:spPr/>
        <p:txBody>
          <a:bodyPr/>
          <a:lstStyle/>
          <a:p>
            <a:fld id="{7DA2CEDE-2AB4-4FB8-9551-E0AA4222B1A3}" type="datetime1">
              <a:rPr lang="en-US" smtClean="0"/>
              <a:t>3/25/2026</a:t>
            </a:fld>
            <a:endParaRPr lang="en-US"/>
          </a:p>
        </p:txBody>
      </p:sp>
      <p:sp>
        <p:nvSpPr>
          <p:cNvPr id="14" name="Footer Placeholder 13">
            <a:extLst>
              <a:ext uri="{FF2B5EF4-FFF2-40B4-BE49-F238E27FC236}">
                <a16:creationId xmlns:a16="http://schemas.microsoft.com/office/drawing/2014/main" id="{362D8C0B-F931-385E-61C9-0E7226053F00}"/>
              </a:ext>
            </a:extLst>
          </p:cNvPr>
          <p:cNvSpPr>
            <a:spLocks noGrp="1"/>
          </p:cNvSpPr>
          <p:nvPr>
            <p:ph type="ftr" sz="quarter" idx="15"/>
          </p:nvPr>
        </p:nvSpPr>
        <p:spPr>
          <a:xfrm>
            <a:off x="7909368" y="210114"/>
            <a:ext cx="2509284" cy="365760"/>
          </a:xfrm>
        </p:spPr>
        <p:txBody>
          <a:bodyPr/>
          <a:lstStyle/>
          <a:p>
            <a:r>
              <a:rPr lang="en-US"/>
              <a:t>Sample Footer Text</a:t>
            </a:r>
          </a:p>
        </p:txBody>
      </p:sp>
      <p:sp>
        <p:nvSpPr>
          <p:cNvPr id="15" name="Slide Number Placeholder 14">
            <a:extLst>
              <a:ext uri="{FF2B5EF4-FFF2-40B4-BE49-F238E27FC236}">
                <a16:creationId xmlns:a16="http://schemas.microsoft.com/office/drawing/2014/main" id="{07E96BDD-FAA3-3ABD-453F-3A62D97801B5}"/>
              </a:ext>
            </a:extLst>
          </p:cNvPr>
          <p:cNvSpPr>
            <a:spLocks noGrp="1"/>
          </p:cNvSpPr>
          <p:nvPr>
            <p:ph type="sldNum" sz="quarter" idx="16"/>
          </p:nvPr>
        </p:nvSpPr>
        <p:spPr/>
        <p:txBody>
          <a:bodyPr/>
          <a:lstStyle/>
          <a:p>
            <a:fld id="{5E0677F5-4A8A-4BF1-96BE-3BAE8FBAFE2E}" type="slidenum">
              <a:rPr lang="en-US" smtClean="0"/>
              <a:pPr/>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952232" y="1246951"/>
            <a:ext cx="3404277" cy="4923185"/>
          </a:xfrm>
        </p:spPr>
        <p:txBody>
          <a:bodyPr vert="horz" lIns="91440" tIns="45720" rIns="91440" bIns="45720" rtlCol="0" anchor="t">
            <a:normAutofit/>
          </a:bodyPr>
          <a:lstStyle>
            <a:lvl1pPr marL="457200" indent="-457200">
              <a:spcBef>
                <a:spcPts val="1000"/>
              </a:spcBef>
              <a:spcAft>
                <a:spcPts val="600"/>
              </a:spcAft>
              <a:buFont typeface="+mj-lt"/>
              <a:buAutoNum type="arabicPeriod"/>
              <a:defRPr lang="en-US" sz="1600" dirty="0"/>
            </a:lvl1pPr>
            <a:lvl2pPr marL="571500" indent="-342900">
              <a:spcBef>
                <a:spcPts val="1000"/>
              </a:spcBef>
              <a:spcAft>
                <a:spcPts val="600"/>
              </a:spcAft>
              <a:buFont typeface="+mj-lt"/>
              <a:buAutoNum type="arabicPeriod"/>
              <a:defRPr lang="en-US" sz="1400" dirty="0"/>
            </a:lvl2pPr>
            <a:lvl3pPr marL="800100" indent="-342900">
              <a:spcBef>
                <a:spcPts val="1000"/>
              </a:spcBef>
              <a:spcAft>
                <a:spcPts val="600"/>
              </a:spcAft>
              <a:buFont typeface="+mj-lt"/>
              <a:buAutoNum type="arabicPeriod"/>
              <a:defRPr lang="en-US" sz="1400" dirty="0"/>
            </a:lvl3pPr>
            <a:lvl4pPr>
              <a:spcBef>
                <a:spcPts val="1000"/>
              </a:spcBef>
              <a:spcAft>
                <a:spcPts val="600"/>
              </a:spcAft>
              <a:buFont typeface="+mj-lt"/>
              <a:buAutoNum type="arabicPeriod"/>
              <a:defRPr lang="en-US" sz="1400" dirty="0"/>
            </a:lvl4pPr>
            <a:lvl5pPr>
              <a:spcBef>
                <a:spcPts val="1000"/>
              </a:spcBef>
              <a:spcAft>
                <a:spcPts val="600"/>
              </a:spcAft>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Straight Connector 11">
            <a:extLst>
              <a:ext uri="{FF2B5EF4-FFF2-40B4-BE49-F238E27FC236}">
                <a16:creationId xmlns:a16="http://schemas.microsoft.com/office/drawing/2014/main" id="{5B086C0A-2B9C-7A1D-5F77-AF7402CC1F84}"/>
              </a:ext>
            </a:extLst>
          </p:cNvPr>
          <p:cNvCxnSpPr>
            <a:cxnSpLocks/>
          </p:cNvCxnSpPr>
          <p:nvPr/>
        </p:nvCxnSpPr>
        <p:spPr>
          <a:xfrm flipH="1">
            <a:off x="8002560" y="762000"/>
            <a:ext cx="3840480" cy="0"/>
          </a:xfrm>
          <a:prstGeom prst="line">
            <a:avLst/>
          </a:prstGeom>
          <a:ln w="6350">
            <a:solidFill>
              <a:schemeClr val="tx1">
                <a:lumMod val="85000"/>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15569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B191826-CFE4-1D6E-85E2-32EE006A5C5D}"/>
              </a:ext>
            </a:extLst>
          </p:cNvPr>
          <p:cNvSpPr/>
          <p:nvPr/>
        </p:nvSpPr>
        <p:spPr>
          <a:xfrm flipH="1">
            <a:off x="0" y="0"/>
            <a:ext cx="12192000" cy="6857996"/>
          </a:xfrm>
          <a:prstGeom prst="rect">
            <a:avLst/>
          </a:prstGeom>
          <a:gradFill flip="none" rotWithShape="1">
            <a:gsLst>
              <a:gs pos="93000">
                <a:schemeClr val="tx2"/>
              </a:gs>
              <a:gs pos="75000">
                <a:schemeClr val="accent1">
                  <a:alpha val="94000"/>
                </a:schemeClr>
              </a:gs>
              <a:gs pos="39000">
                <a:schemeClr val="accent4">
                  <a:lumMod val="50000"/>
                  <a:alpha val="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1DDCB74-BBA4-B75C-2781-A574716A3DE4}"/>
              </a:ext>
            </a:extLst>
          </p:cNvPr>
          <p:cNvSpPr/>
          <p:nvPr/>
        </p:nvSpPr>
        <p:spPr>
          <a:xfrm>
            <a:off x="0" y="-5"/>
            <a:ext cx="7958884" cy="5425439"/>
          </a:xfrm>
          <a:prstGeom prst="rect">
            <a:avLst/>
          </a:prstGeom>
          <a:gradFill flip="none" rotWithShape="1">
            <a:gsLst>
              <a:gs pos="6000">
                <a:schemeClr val="accent4">
                  <a:lumMod val="50000"/>
                </a:schemeClr>
              </a:gs>
              <a:gs pos="51000">
                <a:schemeClr val="accent6">
                  <a:lumMod val="75000"/>
                  <a:alpha val="0"/>
                </a:schemeClr>
              </a:gs>
            </a:gsLst>
            <a:path path="circle">
              <a:fillToRect r="100000" b="100000"/>
            </a:path>
            <a:tileRect l="-100000" t="-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E4A60CA-D100-CFE6-62AC-013A201FBB9F}"/>
              </a:ext>
            </a:extLst>
          </p:cNvPr>
          <p:cNvSpPr/>
          <p:nvPr/>
        </p:nvSpPr>
        <p:spPr>
          <a:xfrm rot="5400000">
            <a:off x="1660810" y="-1660814"/>
            <a:ext cx="6858000" cy="10179620"/>
          </a:xfrm>
          <a:prstGeom prst="rect">
            <a:avLst/>
          </a:prstGeom>
          <a:gradFill flip="none" rotWithShape="1">
            <a:gsLst>
              <a:gs pos="6000">
                <a:schemeClr val="accent3">
                  <a:lumMod val="60000"/>
                  <a:lumOff val="40000"/>
                  <a:alpha val="50000"/>
                </a:schemeClr>
              </a:gs>
              <a:gs pos="72989">
                <a:schemeClr val="bg2">
                  <a:alpha val="0"/>
                </a:schemeClr>
              </a:gs>
              <a:gs pos="37000">
                <a:schemeClr val="accent2">
                  <a:lumMod val="75000"/>
                  <a:alpha val="8000"/>
                </a:schemeClr>
              </a:gs>
            </a:gsLst>
            <a:lin ang="12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 name="Title 4">
            <a:extLst>
              <a:ext uri="{FF2B5EF4-FFF2-40B4-BE49-F238E27FC236}">
                <a16:creationId xmlns:a16="http://schemas.microsoft.com/office/drawing/2014/main" id="{22C61630-0AC6-F4D9-545E-38A32C69F3CA}"/>
              </a:ext>
            </a:extLst>
          </p:cNvPr>
          <p:cNvSpPr>
            <a:spLocks noGrp="1"/>
          </p:cNvSpPr>
          <p:nvPr>
            <p:ph type="title"/>
          </p:nvPr>
        </p:nvSpPr>
        <p:spPr>
          <a:xfrm>
            <a:off x="274320" y="1148579"/>
            <a:ext cx="4724400" cy="2811649"/>
          </a:xfrm>
        </p:spPr>
        <p:txBody>
          <a:bodyPr anchor="t"/>
          <a:lstStyle>
            <a:lvl1pPr>
              <a:defRPr sz="5000"/>
            </a:lvl1pPr>
          </a:lstStyle>
          <a:p>
            <a:r>
              <a:rPr lang="en-US"/>
              <a:t>Click to edit Master title style</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412375" y="210114"/>
            <a:ext cx="1884796" cy="365760"/>
          </a:xfrm>
        </p:spPr>
        <p:txBody>
          <a:bodyPr/>
          <a:lstStyle/>
          <a:p>
            <a:fld id="{C2A0816E-BD5C-478F-AB95-6BE098266DF3}" type="datetime1">
              <a:rPr lang="en-US" smtClean="0"/>
              <a:t>3/25/2026</a:t>
            </a:fld>
            <a:endParaRPr lang="en-US"/>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481323" y="210114"/>
            <a:ext cx="2509284" cy="365760"/>
          </a:xfrm>
        </p:spPr>
        <p:txBody>
          <a:bodyPr/>
          <a:lstStyle>
            <a:lvl1pPr>
              <a:defRPr>
                <a:solidFill>
                  <a:schemeClr val="tx1"/>
                </a:solidFill>
              </a:defRPr>
            </a:lvl1pPr>
          </a:lstStyle>
          <a:p>
            <a:r>
              <a:rPr lang="en-US"/>
              <a:t>Sample Footer Text</a:t>
            </a:r>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481322" y="1148580"/>
            <a:ext cx="4986777" cy="4606762"/>
          </a:xfrm>
        </p:spPr>
        <p:txBody>
          <a:bodyPr vert="horz" lIns="91440" tIns="45720" rIns="91440" bIns="45720" rtlCol="0" anchor="b">
            <a:normAutofit/>
          </a:bodyPr>
          <a:lstStyle>
            <a:lvl1pPr marL="457200" indent="-457200">
              <a:spcBef>
                <a:spcPts val="1000"/>
              </a:spcBef>
              <a:spcAft>
                <a:spcPts val="600"/>
              </a:spcAft>
              <a:buFont typeface="+mj-lt"/>
              <a:buAutoNum type="arabicPeriod"/>
              <a:defRPr lang="en-US" sz="1600" dirty="0"/>
            </a:lvl1pPr>
            <a:lvl2pPr marL="571500" indent="-342900">
              <a:spcBef>
                <a:spcPts val="1000"/>
              </a:spcBef>
              <a:spcAft>
                <a:spcPts val="600"/>
              </a:spcAft>
              <a:buFont typeface="+mj-lt"/>
              <a:buAutoNum type="arabicPeriod"/>
              <a:defRPr lang="en-US" sz="1400" dirty="0"/>
            </a:lvl2pPr>
            <a:lvl3pPr marL="800100" indent="-342900">
              <a:spcBef>
                <a:spcPts val="1000"/>
              </a:spcBef>
              <a:spcAft>
                <a:spcPts val="600"/>
              </a:spcAft>
              <a:buFont typeface="+mj-lt"/>
              <a:buAutoNum type="arabicPeriod"/>
              <a:defRPr lang="en-US" sz="1400" dirty="0"/>
            </a:lvl3pPr>
            <a:lvl4pPr>
              <a:spcBef>
                <a:spcPts val="1000"/>
              </a:spcBef>
              <a:spcAft>
                <a:spcPts val="600"/>
              </a:spcAft>
              <a:buFont typeface="+mj-lt"/>
              <a:buAutoNum type="arabicPeriod"/>
              <a:defRPr lang="en-US" sz="1400" dirty="0"/>
            </a:lvl4pPr>
            <a:lvl5pPr>
              <a:spcBef>
                <a:spcPts val="1000"/>
              </a:spcBef>
              <a:spcAft>
                <a:spcPts val="600"/>
              </a:spcAft>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5532639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 with Pictur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84410D4-C581-C48F-5E1D-E93DA884342F}"/>
              </a:ext>
            </a:extLst>
          </p:cNvPr>
          <p:cNvSpPr/>
          <p:nvPr/>
        </p:nvSpPr>
        <p:spPr>
          <a:xfrm rot="10800000">
            <a:off x="14619" y="-2"/>
            <a:ext cx="12177379" cy="4492404"/>
          </a:xfrm>
          <a:prstGeom prst="rect">
            <a:avLst/>
          </a:prstGeom>
          <a:gradFill flip="none" rotWithShape="1">
            <a:gsLst>
              <a:gs pos="33000">
                <a:schemeClr val="bg2">
                  <a:alpha val="0"/>
                </a:schemeClr>
              </a:gs>
              <a:gs pos="82000">
                <a:schemeClr val="accent1">
                  <a:lumMod val="50000"/>
                  <a:alpha val="44000"/>
                </a:schemeClr>
              </a:gs>
              <a:gs pos="100000">
                <a:schemeClr val="accent3">
                  <a:lumMod val="60000"/>
                  <a:lumOff val="40000"/>
                  <a:alpha val="90000"/>
                </a:schemeClr>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F8F2B01-BAAD-F03E-72D9-CC472F3A5DE5}"/>
              </a:ext>
            </a:extLst>
          </p:cNvPr>
          <p:cNvSpPr/>
          <p:nvPr/>
        </p:nvSpPr>
        <p:spPr>
          <a:xfrm flipH="1" flipV="1">
            <a:off x="723903" y="1161955"/>
            <a:ext cx="11468097" cy="3330447"/>
          </a:xfrm>
          <a:prstGeom prst="rect">
            <a:avLst/>
          </a:prstGeom>
          <a:gradFill>
            <a:gsLst>
              <a:gs pos="0">
                <a:schemeClr val="accent2">
                  <a:lumMod val="75000"/>
                </a:schemeClr>
              </a:gs>
              <a:gs pos="27000">
                <a:schemeClr val="bg2">
                  <a:alpha val="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3" name="Rectangle 2">
            <a:extLst>
              <a:ext uri="{FF2B5EF4-FFF2-40B4-BE49-F238E27FC236}">
                <a16:creationId xmlns:a16="http://schemas.microsoft.com/office/drawing/2014/main" id="{D31AE9B9-D0DC-50F5-FE7E-BCF950A9B60C}"/>
              </a:ext>
            </a:extLst>
          </p:cNvPr>
          <p:cNvSpPr/>
          <p:nvPr/>
        </p:nvSpPr>
        <p:spPr>
          <a:xfrm rot="10800000">
            <a:off x="-14621" y="-7466"/>
            <a:ext cx="6110621" cy="2500409"/>
          </a:xfrm>
          <a:prstGeom prst="rect">
            <a:avLst/>
          </a:prstGeom>
          <a:gradFill flip="none" rotWithShape="1">
            <a:gsLst>
              <a:gs pos="63000">
                <a:schemeClr val="bg2">
                  <a:alpha val="0"/>
                </a:schemeClr>
              </a:gs>
              <a:gs pos="100000">
                <a:schemeClr val="accent1">
                  <a:lumMod val="50000"/>
                </a:schemeClr>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B4D63E47-B71F-605F-2462-F6F2ED4F115C}"/>
              </a:ext>
            </a:extLst>
          </p:cNvPr>
          <p:cNvSpPr>
            <a:spLocks noGrp="1"/>
          </p:cNvSpPr>
          <p:nvPr>
            <p:ph type="title"/>
          </p:nvPr>
        </p:nvSpPr>
        <p:spPr>
          <a:xfrm>
            <a:off x="274320" y="1468924"/>
            <a:ext cx="5096176" cy="2461308"/>
          </a:xfrm>
        </p:spPr>
        <p:txBody>
          <a:bodyPr/>
          <a:lstStyle>
            <a:lvl1pPr>
              <a:defRPr sz="5000"/>
            </a:lvl1pPr>
          </a:lstStyle>
          <a:p>
            <a:r>
              <a:rPr lang="en-US"/>
              <a:t>Click to edit Master title style</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419100" y="210114"/>
            <a:ext cx="2064089" cy="365760"/>
          </a:xfrm>
        </p:spPr>
        <p:txBody>
          <a:bodyPr/>
          <a:lstStyle>
            <a:lvl1pPr>
              <a:defRPr>
                <a:solidFill>
                  <a:schemeClr val="tx1"/>
                </a:solidFill>
              </a:defRPr>
            </a:lvl1pPr>
          </a:lstStyle>
          <a:p>
            <a:fld id="{75515BC3-2A9C-497B-B82C-246EEDDDF89C}" type="datetime1">
              <a:rPr lang="en-US" smtClean="0"/>
              <a:t>3/25/2026</a:t>
            </a:fld>
            <a:endParaRPr lang="en-US"/>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477000" y="210114"/>
            <a:ext cx="3251508" cy="365760"/>
          </a:xfrm>
        </p:spPr>
        <p:txBody>
          <a:bodyPr/>
          <a:lstStyle>
            <a:lvl1pPr>
              <a:defRPr>
                <a:solidFill>
                  <a:schemeClr val="tx1"/>
                </a:solidFill>
              </a:defRPr>
            </a:lvl1pPr>
          </a:lstStyle>
          <a:p>
            <a:r>
              <a:rPr lang="en-US"/>
              <a:t>Sample Footer Text</a:t>
            </a:r>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487383" y="1161955"/>
            <a:ext cx="4158158" cy="2768278"/>
          </a:xfrm>
        </p:spPr>
        <p:txBody>
          <a:bodyPr vert="horz" lIns="91440" tIns="45720" rIns="91440" bIns="45720" rtlCol="0" anchor="b">
            <a:normAutofit/>
          </a:bodyPr>
          <a:lstStyle>
            <a:lvl1pPr marL="457200" indent="-457200">
              <a:spcBef>
                <a:spcPts val="1000"/>
              </a:spcBef>
              <a:spcAft>
                <a:spcPts val="600"/>
              </a:spcAft>
              <a:buFont typeface="+mj-lt"/>
              <a:buAutoNum type="arabicPeriod"/>
              <a:defRPr lang="en-US" sz="1600" dirty="0"/>
            </a:lvl1pPr>
            <a:lvl2pPr marL="571500" indent="-342900">
              <a:spcBef>
                <a:spcPts val="1000"/>
              </a:spcBef>
              <a:spcAft>
                <a:spcPts val="600"/>
              </a:spcAft>
              <a:buFont typeface="+mj-lt"/>
              <a:buAutoNum type="arabicPeriod"/>
              <a:defRPr lang="en-US" sz="1400" dirty="0"/>
            </a:lvl2pPr>
            <a:lvl3pPr marL="800100" indent="-342900">
              <a:spcBef>
                <a:spcPts val="1000"/>
              </a:spcBef>
              <a:spcAft>
                <a:spcPts val="600"/>
              </a:spcAft>
              <a:buFont typeface="+mj-lt"/>
              <a:buAutoNum type="arabicPeriod"/>
              <a:defRPr lang="en-US" sz="1400" dirty="0"/>
            </a:lvl3pPr>
            <a:lvl4pPr>
              <a:spcBef>
                <a:spcPts val="1000"/>
              </a:spcBef>
              <a:spcAft>
                <a:spcPts val="600"/>
              </a:spcAft>
              <a:buFont typeface="+mj-lt"/>
              <a:buAutoNum type="arabicPeriod"/>
              <a:defRPr lang="en-US" sz="1400" dirty="0"/>
            </a:lvl4pPr>
            <a:lvl5pPr>
              <a:spcBef>
                <a:spcPts val="1000"/>
              </a:spcBef>
              <a:spcAft>
                <a:spcPts val="600"/>
              </a:spcAft>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9B8CAF0-3749-D1CF-0FDA-20F4B5EE9862}"/>
              </a:ext>
            </a:extLst>
          </p:cNvPr>
          <p:cNvSpPr>
            <a:spLocks noGrp="1"/>
          </p:cNvSpPr>
          <p:nvPr>
            <p:ph type="pic" sz="quarter" idx="17" hasCustomPrompt="1"/>
          </p:nvPr>
        </p:nvSpPr>
        <p:spPr>
          <a:xfrm>
            <a:off x="0" y="4492402"/>
            <a:ext cx="12192000" cy="2365597"/>
          </a:xfrm>
          <a:blipFill>
            <a:blip r:embed="rId2">
              <a:alphaModFix amt="70000"/>
            </a:blip>
            <a:stretch>
              <a:fillRect/>
            </a:stretch>
          </a:blipFill>
        </p:spPr>
        <p:txBody>
          <a:bodyPr/>
          <a:lstStyle>
            <a:lvl1pPr>
              <a:defRPr/>
            </a:lvl1pPr>
          </a:lstStyle>
          <a:p>
            <a:r>
              <a:rPr lang="en-US"/>
              <a:t>   </a:t>
            </a:r>
          </a:p>
        </p:txBody>
      </p:sp>
    </p:spTree>
    <p:extLst>
      <p:ext uri="{BB962C8B-B14F-4D97-AF65-F5344CB8AC3E}">
        <p14:creationId xmlns:p14="http://schemas.microsoft.com/office/powerpoint/2010/main" val="34280861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2">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5EF5A46-889B-82F0-E6A3-B308E2DCC951}"/>
              </a:ext>
            </a:extLst>
          </p:cNvPr>
          <p:cNvSpPr/>
          <p:nvPr/>
        </p:nvSpPr>
        <p:spPr>
          <a:xfrm rot="5400000" flipH="1" flipV="1">
            <a:off x="5012872" y="-5012874"/>
            <a:ext cx="2166257" cy="12192001"/>
          </a:xfrm>
          <a:prstGeom prst="rect">
            <a:avLst/>
          </a:prstGeom>
          <a:gradFill flip="none" rotWithShape="1">
            <a:gsLst>
              <a:gs pos="0">
                <a:schemeClr val="accent3">
                  <a:lumMod val="60000"/>
                  <a:lumOff val="40000"/>
                </a:schemeClr>
              </a:gs>
              <a:gs pos="61000">
                <a:schemeClr val="bg2">
                  <a:alpha val="0"/>
                </a:schemeClr>
              </a:gs>
            </a:gsLst>
            <a:lin ang="11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5" name="Rectangle 4">
            <a:extLst>
              <a:ext uri="{FF2B5EF4-FFF2-40B4-BE49-F238E27FC236}">
                <a16:creationId xmlns:a16="http://schemas.microsoft.com/office/drawing/2014/main" id="{70E27D4F-6E85-4618-7F98-5F4B945ACFE4}"/>
              </a:ext>
            </a:extLst>
          </p:cNvPr>
          <p:cNvSpPr/>
          <p:nvPr/>
        </p:nvSpPr>
        <p:spPr>
          <a:xfrm rot="10800000" flipH="1" flipV="1">
            <a:off x="4836601" y="0"/>
            <a:ext cx="7355399" cy="6858000"/>
          </a:xfrm>
          <a:prstGeom prst="rect">
            <a:avLst/>
          </a:prstGeom>
          <a:gradFill flip="none" rotWithShape="1">
            <a:gsLst>
              <a:gs pos="44000">
                <a:schemeClr val="accent2">
                  <a:alpha val="28000"/>
                </a:schemeClr>
              </a:gs>
              <a:gs pos="0">
                <a:schemeClr val="accent1"/>
              </a:gs>
              <a:gs pos="75000">
                <a:schemeClr val="bg2">
                  <a:alpha val="0"/>
                </a:schemeClr>
              </a:gs>
            </a:gsLst>
            <a:lin ang="12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Rectangle 5">
            <a:extLst>
              <a:ext uri="{FF2B5EF4-FFF2-40B4-BE49-F238E27FC236}">
                <a16:creationId xmlns:a16="http://schemas.microsoft.com/office/drawing/2014/main" id="{70C6460E-7477-249C-CA29-89DD19B3F5CB}"/>
              </a:ext>
            </a:extLst>
          </p:cNvPr>
          <p:cNvSpPr/>
          <p:nvPr/>
        </p:nvSpPr>
        <p:spPr>
          <a:xfrm rot="10800000" flipH="1" flipV="1">
            <a:off x="6749143" y="1763485"/>
            <a:ext cx="5442857" cy="5094514"/>
          </a:xfrm>
          <a:prstGeom prst="rect">
            <a:avLst/>
          </a:prstGeom>
          <a:gradFill flip="none" rotWithShape="1">
            <a:gsLst>
              <a:gs pos="0">
                <a:schemeClr val="accent5">
                  <a:lumMod val="60000"/>
                  <a:lumOff val="40000"/>
                </a:schemeClr>
              </a:gs>
              <a:gs pos="52000">
                <a:schemeClr val="accent4">
                  <a:lumMod val="50000"/>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990595"/>
            <a:ext cx="5811178" cy="3043682"/>
          </a:xfrm>
        </p:spPr>
        <p:txBody>
          <a:bodyPr anchor="b">
            <a:normAutofit/>
          </a:bodyPr>
          <a:lstStyle>
            <a:lvl1pPr>
              <a:defRPr sz="44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5CDEAC1E-5504-4723-BE4B-1DE8B305AF62}" type="datetime1">
              <a:rPr lang="en-US" smtClean="0"/>
              <a:t>3/25/2026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2" y="4167941"/>
            <a:ext cx="5811177" cy="1817223"/>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624301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637BF44-E096-ADC8-0C23-BA7E19E66787}"/>
              </a:ext>
            </a:extLst>
          </p:cNvPr>
          <p:cNvSpPr/>
          <p:nvPr/>
        </p:nvSpPr>
        <p:spPr>
          <a:xfrm rot="10800000" flipV="1">
            <a:off x="3342" y="0"/>
            <a:ext cx="5334001" cy="6858000"/>
          </a:xfrm>
          <a:prstGeom prst="rect">
            <a:avLst/>
          </a:prstGeom>
          <a:gradFill flip="none" rotWithShape="1">
            <a:gsLst>
              <a:gs pos="52000">
                <a:schemeClr val="accent2">
                  <a:alpha val="28000"/>
                </a:schemeClr>
              </a:gs>
              <a:gs pos="0">
                <a:schemeClr val="accent1"/>
              </a:gs>
              <a:gs pos="78000">
                <a:schemeClr val="bg2">
                  <a:alpha val="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5" name="Rectangle 4">
            <a:extLst>
              <a:ext uri="{FF2B5EF4-FFF2-40B4-BE49-F238E27FC236}">
                <a16:creationId xmlns:a16="http://schemas.microsoft.com/office/drawing/2014/main" id="{E503D519-17B6-1CCD-DA98-45A0B88A04E8}"/>
              </a:ext>
            </a:extLst>
          </p:cNvPr>
          <p:cNvSpPr/>
          <p:nvPr/>
        </p:nvSpPr>
        <p:spPr>
          <a:xfrm rot="10800000" flipV="1">
            <a:off x="-2" y="1448661"/>
            <a:ext cx="7828909" cy="5409338"/>
          </a:xfrm>
          <a:prstGeom prst="rect">
            <a:avLst/>
          </a:prstGeom>
          <a:gradFill flip="none" rotWithShape="1">
            <a:gsLst>
              <a:gs pos="0">
                <a:schemeClr val="accent3">
                  <a:lumMod val="60000"/>
                  <a:lumOff val="40000"/>
                </a:schemeClr>
              </a:gs>
              <a:gs pos="52000">
                <a:schemeClr val="accent4">
                  <a:lumMod val="50000"/>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66900" y="1738353"/>
            <a:ext cx="2907231" cy="2501900"/>
          </a:xfrm>
        </p:spPr>
        <p:txBody>
          <a:bodyPr anchor="t">
            <a:normAutofit/>
          </a:bodyPr>
          <a:lstStyle>
            <a:lvl1pPr>
              <a:defRPr sz="2800">
                <a:solidFill>
                  <a:schemeClr val="tx1"/>
                </a:solidFill>
              </a:defRPr>
            </a:lvl1pPr>
          </a:lstStyle>
          <a:p>
            <a:r>
              <a:rPr lang="en-US"/>
              <a:t>Click to edit Master title style</a:t>
            </a:r>
          </a:p>
        </p:txBody>
      </p:sp>
      <p:sp>
        <p:nvSpPr>
          <p:cNvPr id="13" name="Date Placeholder 12">
            <a:extLst>
              <a:ext uri="{FF2B5EF4-FFF2-40B4-BE49-F238E27FC236}">
                <a16:creationId xmlns:a16="http://schemas.microsoft.com/office/drawing/2014/main" id="{36A82C16-EB1A-4294-103B-715F071E5A35}"/>
              </a:ext>
            </a:extLst>
          </p:cNvPr>
          <p:cNvSpPr>
            <a:spLocks noGrp="1"/>
          </p:cNvSpPr>
          <p:nvPr>
            <p:ph type="dt" sz="half" idx="14"/>
          </p:nvPr>
        </p:nvSpPr>
        <p:spPr/>
        <p:txBody>
          <a:bodyPr/>
          <a:lstStyle/>
          <a:p>
            <a:fld id="{8E6582D0-CC23-4B30-B5F7-0EC0E82226EA}" type="datetime1">
              <a:rPr lang="en-US" smtClean="0"/>
              <a:t>3/25/2026</a:t>
            </a:fld>
            <a:endParaRPr lang="en-US"/>
          </a:p>
        </p:txBody>
      </p:sp>
      <p:sp>
        <p:nvSpPr>
          <p:cNvPr id="14" name="Footer Placeholder 13">
            <a:extLst>
              <a:ext uri="{FF2B5EF4-FFF2-40B4-BE49-F238E27FC236}">
                <a16:creationId xmlns:a16="http://schemas.microsoft.com/office/drawing/2014/main" id="{F09CF825-511F-35F8-E0EC-636033ED43EE}"/>
              </a:ext>
            </a:extLst>
          </p:cNvPr>
          <p:cNvSpPr>
            <a:spLocks noGrp="1"/>
          </p:cNvSpPr>
          <p:nvPr>
            <p:ph type="ftr" sz="quarter" idx="15"/>
          </p:nvPr>
        </p:nvSpPr>
        <p:spPr/>
        <p:txBody>
          <a:bodyPr/>
          <a:lstStyle/>
          <a:p>
            <a:r>
              <a:rPr lang="en-US"/>
              <a:t>Sample Footer Text</a:t>
            </a:r>
          </a:p>
        </p:txBody>
      </p:sp>
      <p:sp>
        <p:nvSpPr>
          <p:cNvPr id="15" name="Slide Number Placeholder 14">
            <a:extLst>
              <a:ext uri="{FF2B5EF4-FFF2-40B4-BE49-F238E27FC236}">
                <a16:creationId xmlns:a16="http://schemas.microsoft.com/office/drawing/2014/main" id="{727EA83B-52EA-A0B8-E2E8-C9D1FE273B22}"/>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5334000" y="1738352"/>
            <a:ext cx="4797769" cy="3787377"/>
          </a:xfrm>
        </p:spPr>
        <p:txBody>
          <a:bodyPr vert="horz" lIns="91440" tIns="45720" rIns="73152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75885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ntent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28AA25-2696-95B5-3DD1-1DDCE335B96E}"/>
              </a:ext>
            </a:extLst>
          </p:cNvPr>
          <p:cNvSpPr/>
          <p:nvPr/>
        </p:nvSpPr>
        <p:spPr>
          <a:xfrm>
            <a:off x="0" y="0"/>
            <a:ext cx="12192000" cy="6869579"/>
          </a:xfrm>
          <a:prstGeom prst="rect">
            <a:avLst/>
          </a:prstGeom>
          <a:gradFill flip="none" rotWithShape="1">
            <a:gsLst>
              <a:gs pos="23000">
                <a:schemeClr val="bg2">
                  <a:alpha val="0"/>
                </a:schemeClr>
              </a:gs>
              <a:gs pos="61000">
                <a:schemeClr val="accent1">
                  <a:lumMod val="50000"/>
                  <a:alpha val="50000"/>
                </a:schemeClr>
              </a:gs>
              <a:gs pos="100000">
                <a:schemeClr val="accent3">
                  <a:lumMod val="60000"/>
                  <a:lumOff val="40000"/>
                </a:schemeClr>
              </a:gs>
            </a:gsLst>
            <a:lin ang="186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E6450F3-50BF-885C-FD60-BACC77C3F1E0}"/>
              </a:ext>
            </a:extLst>
          </p:cNvPr>
          <p:cNvSpPr/>
          <p:nvPr/>
        </p:nvSpPr>
        <p:spPr>
          <a:xfrm flipH="1" flipV="1">
            <a:off x="0" y="1727456"/>
            <a:ext cx="12192001" cy="5130541"/>
          </a:xfrm>
          <a:prstGeom prst="rect">
            <a:avLst/>
          </a:prstGeom>
          <a:gradFill>
            <a:gsLst>
              <a:gs pos="0">
                <a:schemeClr val="accent2">
                  <a:lumMod val="75000"/>
                </a:schemeClr>
              </a:gs>
              <a:gs pos="45000">
                <a:schemeClr val="bg2">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3D53C05B-A90A-250E-CBC3-E741A87656D9}"/>
              </a:ext>
            </a:extLst>
          </p:cNvPr>
          <p:cNvSpPr/>
          <p:nvPr/>
        </p:nvSpPr>
        <p:spPr>
          <a:xfrm rot="5400000">
            <a:off x="4285048" y="-1037373"/>
            <a:ext cx="6869579" cy="8944324"/>
          </a:xfrm>
          <a:prstGeom prst="rect">
            <a:avLst/>
          </a:prstGeom>
          <a:gradFill flip="none" rotWithShape="1">
            <a:gsLst>
              <a:gs pos="60000">
                <a:schemeClr val="accent5">
                  <a:alpha val="0"/>
                </a:schemeClr>
              </a:gs>
              <a:gs pos="94000">
                <a:schemeClr val="accent3">
                  <a:lumMod val="20000"/>
                  <a:lumOff val="80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0B1BC43-B272-D419-E8BB-6EFDB7CB6DE6}"/>
              </a:ext>
            </a:extLst>
          </p:cNvPr>
          <p:cNvSpPr/>
          <p:nvPr/>
        </p:nvSpPr>
        <p:spPr>
          <a:xfrm rot="16200000">
            <a:off x="3586718" y="-681705"/>
            <a:ext cx="6783165" cy="8296238"/>
          </a:xfrm>
          <a:prstGeom prst="rect">
            <a:avLst/>
          </a:prstGeom>
          <a:gradFill flip="none" rotWithShape="1">
            <a:gsLst>
              <a:gs pos="26000">
                <a:schemeClr val="bg2"/>
              </a:gs>
              <a:gs pos="73000">
                <a:schemeClr val="bg2">
                  <a:alpha val="0"/>
                </a:schemeClr>
              </a:gs>
            </a:gsLst>
            <a:path path="circle">
              <a:fillToRect l="50000" t="50000" r="50000" b="50000"/>
            </a:path>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cxnSp>
        <p:nvCxnSpPr>
          <p:cNvPr id="11" name="Straight Connector 10">
            <a:extLst>
              <a:ext uri="{FF2B5EF4-FFF2-40B4-BE49-F238E27FC236}">
                <a16:creationId xmlns:a16="http://schemas.microsoft.com/office/drawing/2014/main" id="{9E9B18E3-016A-6508-4AB9-C1B35F40CE8C}"/>
              </a:ext>
            </a:extLst>
          </p:cNvPr>
          <p:cNvCxnSpPr>
            <a:cxnSpLocks/>
          </p:cNvCxnSpPr>
          <p:nvPr/>
        </p:nvCxnSpPr>
        <p:spPr>
          <a:xfrm flipH="1">
            <a:off x="394716" y="6101080"/>
            <a:ext cx="11402568" cy="0"/>
          </a:xfrm>
          <a:prstGeom prst="line">
            <a:avLst/>
          </a:prstGeom>
          <a:ln w="6350">
            <a:solidFill>
              <a:schemeClr val="tx1">
                <a:lumMod val="85000"/>
                <a:alpha val="50000"/>
              </a:schemeClr>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C44A4757-EA69-EF77-262C-A183AC218312}"/>
              </a:ext>
            </a:extLst>
          </p:cNvPr>
          <p:cNvSpPr/>
          <p:nvPr/>
        </p:nvSpPr>
        <p:spPr>
          <a:xfrm rot="10800000">
            <a:off x="0" y="1"/>
            <a:ext cx="12192000" cy="5281424"/>
          </a:xfrm>
          <a:prstGeom prst="rect">
            <a:avLst/>
          </a:prstGeom>
          <a:gradFill flip="none" rotWithShape="1">
            <a:gsLst>
              <a:gs pos="52000">
                <a:schemeClr val="accent2">
                  <a:lumMod val="50000"/>
                  <a:alpha val="0"/>
                </a:schemeClr>
              </a:gs>
              <a:gs pos="100000">
                <a:schemeClr val="accent1">
                  <a:lumMod val="75000"/>
                </a:schemeClr>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1" y="914400"/>
            <a:ext cx="7498080" cy="2621280"/>
          </a:xfrm>
        </p:spPr>
        <p:txBody>
          <a:bodyPr anchor="b">
            <a:normAutofit/>
          </a:bodyPr>
          <a:lstStyle>
            <a:lvl1pPr>
              <a:defRPr sz="4800" b="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2BF3AD86-30C4-61DF-3300-53A4A4BB6D4D}"/>
              </a:ext>
            </a:extLst>
          </p:cNvPr>
          <p:cNvSpPr>
            <a:spLocks noGrp="1"/>
          </p:cNvSpPr>
          <p:nvPr>
            <p:ph type="dt" sz="half" idx="14"/>
          </p:nvPr>
        </p:nvSpPr>
        <p:spPr/>
        <p:txBody>
          <a:bodyPr/>
          <a:lstStyle/>
          <a:p>
            <a:fld id="{7DA2CEDE-2AB4-4FB8-9551-E0AA4222B1A3}" type="datetime1">
              <a:rPr lang="en-US" smtClean="0"/>
              <a:t>3/25/2026</a:t>
            </a:fld>
            <a:endParaRPr lang="en-US"/>
          </a:p>
        </p:txBody>
      </p:sp>
      <p:sp>
        <p:nvSpPr>
          <p:cNvPr id="5" name="Footer Placeholder 4">
            <a:extLst>
              <a:ext uri="{FF2B5EF4-FFF2-40B4-BE49-F238E27FC236}">
                <a16:creationId xmlns:a16="http://schemas.microsoft.com/office/drawing/2014/main" id="{B40ED380-F3FA-F88A-4719-014588A2E13B}"/>
              </a:ext>
            </a:extLst>
          </p:cNvPr>
          <p:cNvSpPr>
            <a:spLocks noGrp="1"/>
          </p:cNvSpPr>
          <p:nvPr>
            <p:ph type="ftr" sz="quarter" idx="15"/>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A218F7C8-EA2A-EA2C-5113-86B95AACB171}"/>
              </a:ext>
            </a:extLst>
          </p:cNvPr>
          <p:cNvSpPr>
            <a:spLocks noGrp="1"/>
          </p:cNvSpPr>
          <p:nvPr>
            <p:ph type="sldNum" sz="quarter" idx="16"/>
          </p:nvPr>
        </p:nvSpPr>
        <p:spPr/>
        <p:txBody>
          <a:bodyPr/>
          <a:lstStyle/>
          <a:p>
            <a:fld id="{5E0677F5-4A8A-4BF1-96BE-3BAE8FBAFE2E}" type="slidenum">
              <a:rPr lang="en-US" smtClean="0"/>
              <a:pPr/>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1" y="3901440"/>
            <a:ext cx="7498080" cy="182880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9564819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925286"/>
            <a:ext cx="6177587" cy="1635723"/>
          </a:xfrm>
        </p:spPr>
        <p:txBody>
          <a:bodyPr anchor="b">
            <a:normAutofit/>
          </a:bodyPr>
          <a:lstStyle>
            <a:lvl1pPr>
              <a:defRPr sz="440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73F7B4F8-3C61-0936-7251-8633EE5F2C1B}"/>
              </a:ext>
            </a:extLst>
          </p:cNvPr>
          <p:cNvSpPr>
            <a:spLocks noGrp="1"/>
          </p:cNvSpPr>
          <p:nvPr>
            <p:ph type="dt" sz="half" idx="14"/>
          </p:nvPr>
        </p:nvSpPr>
        <p:spPr/>
        <p:txBody>
          <a:bodyPr/>
          <a:lstStyle/>
          <a:p>
            <a:fld id="{7DA2CEDE-2AB4-4FB8-9551-E0AA4222B1A3}" type="datetime1">
              <a:rPr lang="en-US" smtClean="0"/>
              <a:t>3/25/2026</a:t>
            </a:fld>
            <a:endParaRPr lang="en-US"/>
          </a:p>
        </p:txBody>
      </p:sp>
      <p:sp>
        <p:nvSpPr>
          <p:cNvPr id="5" name="Footer Placeholder 4">
            <a:extLst>
              <a:ext uri="{FF2B5EF4-FFF2-40B4-BE49-F238E27FC236}">
                <a16:creationId xmlns:a16="http://schemas.microsoft.com/office/drawing/2014/main" id="{26DA624A-E1F8-4C9A-205B-0A6EA83A187B}"/>
              </a:ext>
            </a:extLst>
          </p:cNvPr>
          <p:cNvSpPr>
            <a:spLocks noGrp="1"/>
          </p:cNvSpPr>
          <p:nvPr>
            <p:ph type="ftr" sz="quarter" idx="15"/>
          </p:nvPr>
        </p:nvSpPr>
        <p:spPr/>
        <p:txBody>
          <a:bodyPr/>
          <a:lstStyle/>
          <a:p>
            <a:r>
              <a:rPr lang="en-US"/>
              <a:t>Sample Footer Text</a:t>
            </a:r>
          </a:p>
        </p:txBody>
      </p:sp>
      <p:sp>
        <p:nvSpPr>
          <p:cNvPr id="11" name="Slide Number Placeholder 10">
            <a:extLst>
              <a:ext uri="{FF2B5EF4-FFF2-40B4-BE49-F238E27FC236}">
                <a16:creationId xmlns:a16="http://schemas.microsoft.com/office/drawing/2014/main" id="{11848B1D-AC89-3F75-720C-6A1E8C8E7AAF}"/>
              </a:ext>
            </a:extLst>
          </p:cNvPr>
          <p:cNvSpPr>
            <a:spLocks noGrp="1"/>
          </p:cNvSpPr>
          <p:nvPr>
            <p:ph type="sldNum" sz="quarter" idx="16"/>
          </p:nvPr>
        </p:nvSpPr>
        <p:spPr/>
        <p:txBody>
          <a:bodyPr/>
          <a:lstStyle/>
          <a:p>
            <a:fld id="{5E0677F5-4A8A-4BF1-96BE-3BAE8FBAFE2E}" type="slidenum">
              <a:rPr lang="en-US" smtClean="0"/>
              <a:pPr/>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1" y="3017520"/>
            <a:ext cx="7680960" cy="34747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a:extLst>
              <a:ext uri="{FF2B5EF4-FFF2-40B4-BE49-F238E27FC236}">
                <a16:creationId xmlns:a16="http://schemas.microsoft.com/office/drawing/2014/main" id="{8F51E206-ED3F-B360-C610-1197186BA59A}"/>
              </a:ext>
            </a:extLst>
          </p:cNvPr>
          <p:cNvSpPr/>
          <p:nvPr/>
        </p:nvSpPr>
        <p:spPr>
          <a:xfrm rot="16200000" flipV="1">
            <a:off x="7683337" y="2349337"/>
            <a:ext cx="6858000" cy="2159326"/>
          </a:xfrm>
          <a:prstGeom prst="rect">
            <a:avLst/>
          </a:prstGeom>
          <a:gradFill>
            <a:gsLst>
              <a:gs pos="0">
                <a:schemeClr val="accent3"/>
              </a:gs>
              <a:gs pos="48000">
                <a:schemeClr val="bg2">
                  <a:alpha val="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Rectangle 9">
            <a:extLst>
              <a:ext uri="{FF2B5EF4-FFF2-40B4-BE49-F238E27FC236}">
                <a16:creationId xmlns:a16="http://schemas.microsoft.com/office/drawing/2014/main" id="{4D874C02-925E-C0AE-1F22-882A90A64E54}"/>
              </a:ext>
            </a:extLst>
          </p:cNvPr>
          <p:cNvSpPr/>
          <p:nvPr/>
        </p:nvSpPr>
        <p:spPr>
          <a:xfrm rot="10800000" flipH="1" flipV="1">
            <a:off x="7849486" y="0"/>
            <a:ext cx="4342514" cy="6858000"/>
          </a:xfrm>
          <a:prstGeom prst="rect">
            <a:avLst/>
          </a:prstGeom>
          <a:gradFill flip="none" rotWithShape="1">
            <a:gsLst>
              <a:gs pos="29000">
                <a:schemeClr val="accent2">
                  <a:alpha val="28000"/>
                </a:schemeClr>
              </a:gs>
              <a:gs pos="5000">
                <a:schemeClr val="accent1">
                  <a:alpha val="63000"/>
                </a:schemeClr>
              </a:gs>
              <a:gs pos="66000">
                <a:schemeClr val="bg2">
                  <a:alpha val="0"/>
                </a:schemeClr>
              </a:gs>
            </a:gsLst>
            <a:lin ang="12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Tree>
    <p:extLst>
      <p:ext uri="{BB962C8B-B14F-4D97-AF65-F5344CB8AC3E}">
        <p14:creationId xmlns:p14="http://schemas.microsoft.com/office/powerpoint/2010/main" val="350674373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Content 6">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CB42C01-B12A-AF17-D0E9-403E14D1D1A7}"/>
              </a:ext>
            </a:extLst>
          </p:cNvPr>
          <p:cNvSpPr/>
          <p:nvPr/>
        </p:nvSpPr>
        <p:spPr>
          <a:xfrm rot="10800000" flipH="1">
            <a:off x="391802" y="773848"/>
            <a:ext cx="11800198" cy="3151902"/>
          </a:xfrm>
          <a:prstGeom prst="rect">
            <a:avLst/>
          </a:prstGeom>
          <a:gradFill>
            <a:gsLst>
              <a:gs pos="79000">
                <a:schemeClr val="bg2">
                  <a:alpha val="0"/>
                </a:schemeClr>
              </a:gs>
              <a:gs pos="100000">
                <a:schemeClr val="accent5">
                  <a:lumMod val="75000"/>
                </a:schemeClr>
              </a:gs>
            </a:gsLst>
            <a:lin ang="52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04AA29D-41E7-06F1-DA88-95401F827C71}"/>
              </a:ext>
            </a:extLst>
          </p:cNvPr>
          <p:cNvSpPr/>
          <p:nvPr/>
        </p:nvSpPr>
        <p:spPr>
          <a:xfrm rot="10800000" flipH="1">
            <a:off x="0" y="773847"/>
            <a:ext cx="11026588" cy="1634270"/>
          </a:xfrm>
          <a:prstGeom prst="rect">
            <a:avLst/>
          </a:prstGeom>
          <a:gradFill flip="none" rotWithShape="1">
            <a:gsLst>
              <a:gs pos="575">
                <a:schemeClr val="accent2"/>
              </a:gs>
              <a:gs pos="3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66900" y="1918144"/>
            <a:ext cx="2939186" cy="2096814"/>
          </a:xfrm>
        </p:spPr>
        <p:txBody>
          <a:bodyPr vert="horz" lIns="91440" tIns="45720" rIns="91440" bIns="45720" rtlCol="0" anchor="t">
            <a:normAutofit/>
          </a:bodyPr>
          <a:lstStyle>
            <a:lvl1pPr>
              <a:defRPr lang="en-US" dirty="0">
                <a:solidFill>
                  <a:schemeClr val="tx1"/>
                </a:solidFill>
              </a:defRPr>
            </a:lvl1pPr>
          </a:lstStyle>
          <a:p>
            <a:pPr lvl="0"/>
            <a:r>
              <a:rPr lang="en-US"/>
              <a:t>Click to edit Master title style</a:t>
            </a:r>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C3E08220-0958-4EB6-84AC-FBA5654D4035}" type="datetime1">
              <a:rPr lang="en-US" smtClean="0"/>
              <a:t>3/25/2026</a:t>
            </a:fld>
            <a:endParaRPr lang="en-US"/>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a:xfrm>
            <a:off x="5334000" y="210114"/>
            <a:ext cx="2939491"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334000" y="1918145"/>
            <a:ext cx="4991100" cy="41330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179845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25717"/>
            <a:ext cx="3144282" cy="2443427"/>
          </a:xfrm>
        </p:spPr>
        <p:txBody>
          <a:bodyPr anchor="t">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38149B0F-FE5F-465D-BF44-EE1D3847CE00}" type="datetime1">
              <a:rPr lang="en-US" smtClean="0"/>
              <a:t>3/25/2026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470069" y="210114"/>
            <a:ext cx="2664515"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70070" y="1025717"/>
            <a:ext cx="6306086" cy="5335754"/>
          </a:xfrm>
        </p:spPr>
        <p:txBody>
          <a:bodyPr vert="horz" lIns="91440" tIns="45720" rIns="82296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8900872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Content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22376"/>
            <a:ext cx="9875520" cy="731520"/>
          </a:xfrm>
        </p:spPr>
        <p:txBody>
          <a:bodyPr anchor="b">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37DA9862-2C49-41B4-AD0B-6F93BC6DDDF8}" type="datetime1">
              <a:rPr lang="en-US" smtClean="0"/>
              <a:t>3/25/2026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0" name="Rectangle 9">
            <a:extLst>
              <a:ext uri="{FF2B5EF4-FFF2-40B4-BE49-F238E27FC236}">
                <a16:creationId xmlns:a16="http://schemas.microsoft.com/office/drawing/2014/main" id="{67BDEC48-6AF0-A15B-1E5D-9476B32733A4}"/>
              </a:ext>
            </a:extLst>
          </p:cNvPr>
          <p:cNvSpPr/>
          <p:nvPr/>
        </p:nvSpPr>
        <p:spPr>
          <a:xfrm rot="10800000" flipH="1">
            <a:off x="0" y="1700784"/>
            <a:ext cx="12192000" cy="2406798"/>
          </a:xfrm>
          <a:prstGeom prst="rect">
            <a:avLst/>
          </a:prstGeom>
          <a:gradFill>
            <a:gsLst>
              <a:gs pos="79000">
                <a:schemeClr val="bg2">
                  <a:alpha val="0"/>
                </a:schemeClr>
              </a:gs>
              <a:gs pos="100000">
                <a:schemeClr val="accent6">
                  <a:alpha val="66000"/>
                </a:schemeClr>
              </a:gs>
            </a:gsLst>
            <a:lin ang="564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CCDA7C-EB2B-A59A-8F97-263F3FE42D52}"/>
              </a:ext>
            </a:extLst>
          </p:cNvPr>
          <p:cNvSpPr/>
          <p:nvPr/>
        </p:nvSpPr>
        <p:spPr>
          <a:xfrm rot="10800000">
            <a:off x="1159597" y="1700784"/>
            <a:ext cx="11032403" cy="1260888"/>
          </a:xfrm>
          <a:prstGeom prst="rect">
            <a:avLst/>
          </a:prstGeom>
          <a:gradFill flip="none" rotWithShape="1">
            <a:gsLst>
              <a:gs pos="21830">
                <a:schemeClr val="accent1">
                  <a:lumMod val="75000"/>
                  <a:alpha val="35000"/>
                </a:schemeClr>
              </a:gs>
              <a:gs pos="0">
                <a:schemeClr val="accent3">
                  <a:lumMod val="60000"/>
                  <a:lumOff val="40000"/>
                </a:schemeClr>
              </a:gs>
              <a:gs pos="5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1" y="2011679"/>
            <a:ext cx="11612880"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081348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25717"/>
            <a:ext cx="3144282" cy="2443427"/>
          </a:xfrm>
        </p:spPr>
        <p:txBody>
          <a:bodyPr anchor="t">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38149B0F-FE5F-465D-BF44-EE1D3847CE00}" type="datetime1">
              <a:rPr lang="en-US" smtClean="0"/>
              <a:t>3/25/2026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470069" y="210114"/>
            <a:ext cx="2664515"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70070" y="1025717"/>
            <a:ext cx="7420178" cy="5375082"/>
          </a:xfrm>
        </p:spPr>
        <p:txBody>
          <a:bodyPr vert="horz" lIns="91440" tIns="45720" rIns="82296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14377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952500"/>
            <a:ext cx="3332784" cy="1581912"/>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301752" y="205986"/>
            <a:ext cx="1097280" cy="365760"/>
          </a:xfrm>
        </p:spPr>
        <p:txBody>
          <a:bodyPr/>
          <a:lstStyle/>
          <a:p>
            <a:fld id="{37D881E9-FF16-48A7-B8AA-A17AAAEAD6E1}" type="datetime1">
              <a:rPr lang="en-US" smtClean="0"/>
              <a:t>3/25/2026</a:t>
            </a:fld>
            <a:endParaRPr lang="en-US"/>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1494378" y="207291"/>
            <a:ext cx="1639372"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a:xfrm>
            <a:off x="3140760" y="210114"/>
            <a:ext cx="493776"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301752" y="3099816"/>
            <a:ext cx="3332784" cy="3054096"/>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F93A3E8A-C3F5-3D0B-FDE4-68B52DFE7196}"/>
              </a:ext>
            </a:extLst>
          </p:cNvPr>
          <p:cNvSpPr>
            <a:spLocks noGrp="1"/>
          </p:cNvSpPr>
          <p:nvPr>
            <p:ph type="pic" sz="quarter" idx="15" hasCustomPrompt="1"/>
          </p:nvPr>
        </p:nvSpPr>
        <p:spPr>
          <a:xfrm>
            <a:off x="4152900" y="0"/>
            <a:ext cx="8039100" cy="6858000"/>
          </a:xfrm>
          <a:blipFill dpi="0" rotWithShape="1">
            <a:blip r:embed="rId2">
              <a:alphaModFix amt="60000"/>
            </a:blip>
            <a:srcRect/>
            <a:stretch>
              <a:fillRect/>
            </a:stretch>
          </a:blipFill>
        </p:spPr>
        <p:txBody>
          <a:bodyPr/>
          <a:lstStyle>
            <a:lvl1pPr>
              <a:defRPr/>
            </a:lvl1pPr>
          </a:lstStyle>
          <a:p>
            <a:r>
              <a:rPr lang="en-US"/>
              <a:t>   </a:t>
            </a:r>
          </a:p>
        </p:txBody>
      </p:sp>
      <p:cxnSp>
        <p:nvCxnSpPr>
          <p:cNvPr id="5" name="Straight Connector 4">
            <a:extLst>
              <a:ext uri="{FF2B5EF4-FFF2-40B4-BE49-F238E27FC236}">
                <a16:creationId xmlns:a16="http://schemas.microsoft.com/office/drawing/2014/main" id="{2A942C55-3382-C50D-76EB-793EA21DA34F}"/>
              </a:ext>
            </a:extLst>
          </p:cNvPr>
          <p:cNvCxnSpPr>
            <a:cxnSpLocks/>
          </p:cNvCxnSpPr>
          <p:nvPr/>
        </p:nvCxnSpPr>
        <p:spPr>
          <a:xfrm flipH="1">
            <a:off x="397288" y="2811277"/>
            <a:ext cx="3246138"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94914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59103" y="952500"/>
            <a:ext cx="3239262" cy="1582882"/>
          </a:xfrm>
        </p:spPr>
        <p:txBody>
          <a:bodyPr anchor="b"/>
          <a:lstStyle/>
          <a:p>
            <a:r>
              <a:rPr lang="en-US"/>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0" y="0"/>
            <a:ext cx="7620000" cy="6858001"/>
          </a:xfrm>
          <a:blipFill>
            <a:blip r:embed="rId2">
              <a:alphaModFix amt="60000"/>
            </a:blip>
            <a:stretch>
              <a:fillRect/>
            </a:stretch>
          </a:blipFill>
        </p:spPr>
        <p:txBody>
          <a:bodyPr/>
          <a:lstStyle>
            <a:lvl1pPr>
              <a:defRPr/>
            </a:lvl1pPr>
          </a:lstStyle>
          <a:p>
            <a:r>
              <a:rPr lang="en-US"/>
              <a:t>   </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381000" y="210114"/>
            <a:ext cx="1413537" cy="365760"/>
          </a:xfrm>
        </p:spPr>
        <p:txBody>
          <a:bodyPr/>
          <a:lstStyle/>
          <a:p>
            <a:fld id="{52D95AE2-CFB9-4B68-957C-4721356B27A9}" type="datetime1">
              <a:rPr lang="en-US" smtClean="0"/>
              <a:t>3/25/2026</a:t>
            </a:fld>
            <a:endParaRPr lang="en-US"/>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8150916" y="210114"/>
            <a:ext cx="2333520"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59103" y="3103929"/>
            <a:ext cx="3239262" cy="310983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5" name="Straight Connector 4">
            <a:extLst>
              <a:ext uri="{FF2B5EF4-FFF2-40B4-BE49-F238E27FC236}">
                <a16:creationId xmlns:a16="http://schemas.microsoft.com/office/drawing/2014/main" id="{A2AF1B15-A912-4D71-3A1C-A97F524B9DE0}"/>
              </a:ext>
            </a:extLst>
          </p:cNvPr>
          <p:cNvCxnSpPr>
            <a:cxnSpLocks/>
          </p:cNvCxnSpPr>
          <p:nvPr/>
        </p:nvCxnSpPr>
        <p:spPr>
          <a:xfrm flipH="1">
            <a:off x="8237415" y="2811277"/>
            <a:ext cx="3246138"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680037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4282051"/>
            <a:ext cx="3410958" cy="1532976"/>
          </a:xfrm>
        </p:spPr>
        <p:txBody>
          <a:bodyPr anchor="t">
            <a:normAutofit/>
          </a:bodyPr>
          <a:lstStyle>
            <a:lvl1pPr>
              <a:defRPr sz="2800"/>
            </a:lvl1pPr>
          </a:lstStyle>
          <a:p>
            <a:r>
              <a:rPr lang="en-US"/>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0"/>
            <a:ext cx="12192000" cy="3864075"/>
          </a:xfrm>
          <a:blipFill dpi="0" rotWithShape="1">
            <a:blip r:embed="rId2">
              <a:alphaModFix amt="60000"/>
            </a:blip>
            <a:srcRect/>
            <a:stretch>
              <a:fillRect/>
            </a:stretch>
          </a:blipFill>
        </p:spPr>
        <p:txBody>
          <a:bodyPr/>
          <a:lstStyle>
            <a:lvl1pPr>
              <a:defRPr/>
            </a:lvl1pPr>
          </a:lstStyle>
          <a:p>
            <a:r>
              <a:rPr lang="en-US"/>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4282051"/>
            <a:ext cx="7010399" cy="1532976"/>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01752" y="6263640"/>
            <a:ext cx="1759288" cy="365760"/>
          </a:xfrm>
        </p:spPr>
        <p:txBody>
          <a:bodyPr/>
          <a:lstStyle/>
          <a:p>
            <a:fld id="{862C1B48-5712-40E8-928E-1136C5D12A17}" type="datetime1">
              <a:rPr lang="en-US" smtClean="0"/>
              <a:t>3/25/2026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480560" y="6263640"/>
            <a:ext cx="2509284" cy="365760"/>
          </a:xfrm>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300323" y="6263640"/>
            <a:ext cx="605475" cy="365760"/>
          </a:xfrm>
        </p:spPr>
        <p:txBody>
          <a:bodyPr/>
          <a:lstStyle/>
          <a:p>
            <a:fld id="{5E0677F5-4A8A-4BF1-96BE-3BAE8FBAFE2E}" type="slidenum">
              <a:rPr lang="en-US" smtClean="0"/>
              <a:t>‹#›</a:t>
            </a:fld>
            <a:endParaRPr lang="en-US"/>
          </a:p>
        </p:txBody>
      </p:sp>
      <p:cxnSp>
        <p:nvCxnSpPr>
          <p:cNvPr id="9" name="Straight Connector 8">
            <a:extLst>
              <a:ext uri="{FF2B5EF4-FFF2-40B4-BE49-F238E27FC236}">
                <a16:creationId xmlns:a16="http://schemas.microsoft.com/office/drawing/2014/main" id="{16192296-0A21-2685-A792-B2723855E5B3}"/>
              </a:ext>
            </a:extLst>
          </p:cNvPr>
          <p:cNvCxnSpPr>
            <a:cxnSpLocks/>
          </p:cNvCxnSpPr>
          <p:nvPr/>
        </p:nvCxnSpPr>
        <p:spPr>
          <a:xfrm flipH="1">
            <a:off x="394716" y="609519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88655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tent with Picture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D0E9D96-CB28-0F2C-BBB9-CE51B3EEBF53}"/>
              </a:ext>
            </a:extLst>
          </p:cNvPr>
          <p:cNvSpPr/>
          <p:nvPr/>
        </p:nvSpPr>
        <p:spPr>
          <a:xfrm flipH="1">
            <a:off x="6959599"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491984" y="955810"/>
            <a:ext cx="4114800" cy="1244051"/>
          </a:xfrm>
        </p:spPr>
        <p:txBody>
          <a:bodyPr anchor="b"/>
          <a:lstStyle/>
          <a:p>
            <a:r>
              <a:rPr lang="en-US"/>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0" y="1"/>
            <a:ext cx="6959600" cy="6858000"/>
          </a:xfrm>
          <a:blipFill>
            <a:blip r:embed="rId2">
              <a:alphaModFix amt="60000"/>
            </a:blip>
            <a:stretch>
              <a:fillRect/>
            </a:stretch>
          </a:blipFill>
        </p:spPr>
        <p:txBody>
          <a:bodyPr/>
          <a:lstStyle>
            <a:lvl1pPr>
              <a:defRPr/>
            </a:lvl1pPr>
          </a:lstStyle>
          <a:p>
            <a:r>
              <a:rPr lang="en-US"/>
              <a:t>   </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7469431" y="210114"/>
            <a:ext cx="1485900" cy="365760"/>
          </a:xfrm>
        </p:spPr>
        <p:txBody>
          <a:bodyPr/>
          <a:lstStyle/>
          <a:p>
            <a:fld id="{2BDF39F2-6977-4B14-98E3-4DFE82804B0D}" type="datetime1">
              <a:rPr lang="en-US" smtClean="0"/>
              <a:t>3/25/2026</a:t>
            </a:fld>
            <a:endParaRPr lang="en-US"/>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9376096" y="210114"/>
            <a:ext cx="1860464"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491984" y="2791033"/>
            <a:ext cx="4114800" cy="33832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5" name="Straight Connector 4">
            <a:extLst>
              <a:ext uri="{FF2B5EF4-FFF2-40B4-BE49-F238E27FC236}">
                <a16:creationId xmlns:a16="http://schemas.microsoft.com/office/drawing/2014/main" id="{BE9AF0A0-5001-F380-4488-B02AB3C79B31}"/>
              </a:ext>
            </a:extLst>
          </p:cNvPr>
          <p:cNvCxnSpPr>
            <a:cxnSpLocks/>
          </p:cNvCxnSpPr>
          <p:nvPr/>
        </p:nvCxnSpPr>
        <p:spPr>
          <a:xfrm flipH="1">
            <a:off x="7595441" y="2475756"/>
            <a:ext cx="4011343"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ED0235B-B98B-7313-28E9-8E643CDFF4A6}"/>
              </a:ext>
            </a:extLst>
          </p:cNvPr>
          <p:cNvSpPr/>
          <p:nvPr userDrawn="1"/>
        </p:nvSpPr>
        <p:spPr>
          <a:xfrm flipH="1">
            <a:off x="6959599"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691089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D0E9D96-CB28-0F2C-BBB9-CE51B3EEBF53}"/>
              </a:ext>
            </a:extLst>
          </p:cNvPr>
          <p:cNvSpPr/>
          <p:nvPr/>
        </p:nvSpPr>
        <p:spPr>
          <a:xfrm>
            <a:off x="0"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1" y="955810"/>
            <a:ext cx="4114799" cy="1244051"/>
          </a:xfrm>
        </p:spPr>
        <p:txBody>
          <a:bodyPr anchor="b"/>
          <a:lstStyle/>
          <a:p>
            <a:r>
              <a:rPr lang="en-US"/>
              <a:t>Click to edit Master title style</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301752" y="210114"/>
            <a:ext cx="1485900" cy="365760"/>
          </a:xfrm>
        </p:spPr>
        <p:txBody>
          <a:bodyPr/>
          <a:lstStyle/>
          <a:p>
            <a:fld id="{2BDF39F2-6977-4B14-98E3-4DFE82804B0D}" type="datetime1">
              <a:rPr lang="en-US" smtClean="0"/>
              <a:t>3/25/2026</a:t>
            </a:fld>
            <a:endParaRPr lang="en-US"/>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2268722" y="210114"/>
            <a:ext cx="1860464"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a:xfrm>
            <a:off x="4192949" y="210114"/>
            <a:ext cx="605475"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301752" y="2788920"/>
            <a:ext cx="4114800" cy="33832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5232400" y="1"/>
            <a:ext cx="6959600" cy="6858000"/>
          </a:xfrm>
          <a:blipFill>
            <a:blip r:embed="rId2">
              <a:alphaModFix amt="60000"/>
            </a:blip>
            <a:stretch>
              <a:fillRect/>
            </a:stretch>
          </a:blipFill>
        </p:spPr>
        <p:txBody>
          <a:bodyPr/>
          <a:lstStyle>
            <a:lvl1pPr>
              <a:defRPr/>
            </a:lvl1pPr>
          </a:lstStyle>
          <a:p>
            <a:r>
              <a:rPr lang="en-US"/>
              <a:t>   </a:t>
            </a:r>
          </a:p>
        </p:txBody>
      </p:sp>
      <p:cxnSp>
        <p:nvCxnSpPr>
          <p:cNvPr id="5" name="Straight Connector 4">
            <a:extLst>
              <a:ext uri="{FF2B5EF4-FFF2-40B4-BE49-F238E27FC236}">
                <a16:creationId xmlns:a16="http://schemas.microsoft.com/office/drawing/2014/main" id="{F5904EB0-09B1-E4AD-6BEA-66B82835A61F}"/>
              </a:ext>
            </a:extLst>
          </p:cNvPr>
          <p:cNvCxnSpPr>
            <a:cxnSpLocks/>
          </p:cNvCxnSpPr>
          <p:nvPr/>
        </p:nvCxnSpPr>
        <p:spPr>
          <a:xfrm flipH="1">
            <a:off x="395444" y="2475756"/>
            <a:ext cx="4011343"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DB01857F-DF9F-2A98-2C2B-889C9BE29432}"/>
              </a:ext>
            </a:extLst>
          </p:cNvPr>
          <p:cNvSpPr/>
          <p:nvPr userDrawn="1"/>
        </p:nvSpPr>
        <p:spPr>
          <a:xfrm>
            <a:off x="0"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5191340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017686"/>
            <a:ext cx="3410958" cy="1532976"/>
          </a:xfrm>
        </p:spPr>
        <p:txBody>
          <a:bodyPr anchor="t">
            <a:normAutofit/>
          </a:bodyPr>
          <a:lstStyle>
            <a:lvl1pPr>
              <a:defRPr sz="2800"/>
            </a:lvl1pPr>
          </a:lstStyle>
          <a:p>
            <a:r>
              <a:rPr lang="en-US"/>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62C1B48-5712-40E8-928E-1136C5D12A17}" type="datetime1">
              <a:rPr lang="en-US" smtClean="0"/>
              <a:t>3/25/2026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480560" y="210114"/>
            <a:ext cx="2509284" cy="365760"/>
          </a:xfrm>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1017686"/>
            <a:ext cx="7010399" cy="2377440"/>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3837709"/>
            <a:ext cx="12192000" cy="3020291"/>
          </a:xfrm>
          <a:blipFill dpi="0" rotWithShape="1">
            <a:blip r:embed="rId2">
              <a:alphaModFix amt="60000"/>
            </a:blip>
            <a:srcRect/>
            <a:stretch>
              <a:fillRect t="-27937"/>
            </a:stretch>
          </a:blipFill>
        </p:spPr>
        <p:txBody>
          <a:bodyPr/>
          <a:lstStyle>
            <a:lvl1pPr>
              <a:defRPr/>
            </a:lvl1pPr>
          </a:lstStyle>
          <a:p>
            <a:r>
              <a:rPr lang="en-US"/>
              <a:t>   </a:t>
            </a:r>
          </a:p>
        </p:txBody>
      </p:sp>
    </p:spTree>
    <p:extLst>
      <p:ext uri="{BB962C8B-B14F-4D97-AF65-F5344CB8AC3E}">
        <p14:creationId xmlns:p14="http://schemas.microsoft.com/office/powerpoint/2010/main" val="36615521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3383280"/>
            <a:ext cx="3410958" cy="1532976"/>
          </a:xfrm>
        </p:spPr>
        <p:txBody>
          <a:bodyPr anchor="t">
            <a:normAutofit/>
          </a:bodyPr>
          <a:lstStyle>
            <a:lvl1pPr>
              <a:defRPr sz="2800"/>
            </a:lvl1pPr>
          </a:lstStyle>
          <a:p>
            <a:r>
              <a:rPr lang="en-US"/>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1"/>
            <a:ext cx="12192000" cy="3017520"/>
          </a:xfrm>
          <a:blipFill dpi="0" rotWithShape="1">
            <a:blip r:embed="rId2">
              <a:alphaModFix amt="60000"/>
            </a:blip>
            <a:srcRect/>
            <a:stretch>
              <a:fillRect b="-29122"/>
            </a:stretch>
          </a:blipFill>
        </p:spPr>
        <p:txBody>
          <a:bodyPr/>
          <a:lstStyle>
            <a:lvl1pPr>
              <a:defRPr/>
            </a:lvl1pPr>
          </a:lstStyle>
          <a:p>
            <a:r>
              <a:rPr lang="en-US"/>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3383280"/>
            <a:ext cx="7010399" cy="2377440"/>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01752" y="6263640"/>
            <a:ext cx="1759288" cy="365760"/>
          </a:xfrm>
        </p:spPr>
        <p:txBody>
          <a:bodyPr/>
          <a:lstStyle/>
          <a:p>
            <a:fld id="{862C1B48-5712-40E8-928E-1136C5D12A17}" type="datetime1">
              <a:rPr lang="en-US" smtClean="0"/>
              <a:t>3/25/2026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480560" y="6263640"/>
            <a:ext cx="2509284" cy="365760"/>
          </a:xfrm>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300323" y="6263640"/>
            <a:ext cx="605475" cy="365760"/>
          </a:xfrm>
        </p:spPr>
        <p:txBody>
          <a:bodyPr/>
          <a:lstStyle/>
          <a:p>
            <a:fld id="{5E0677F5-4A8A-4BF1-96BE-3BAE8FBAFE2E}" type="slidenum">
              <a:rPr lang="en-US" smtClean="0"/>
              <a:t>‹#›</a:t>
            </a:fld>
            <a:endParaRPr lang="en-US"/>
          </a:p>
        </p:txBody>
      </p:sp>
      <p:cxnSp>
        <p:nvCxnSpPr>
          <p:cNvPr id="9" name="Straight Connector 8">
            <a:extLst>
              <a:ext uri="{FF2B5EF4-FFF2-40B4-BE49-F238E27FC236}">
                <a16:creationId xmlns:a16="http://schemas.microsoft.com/office/drawing/2014/main" id="{16192296-0A21-2685-A792-B2723855E5B3}"/>
              </a:ext>
            </a:extLst>
          </p:cNvPr>
          <p:cNvCxnSpPr>
            <a:cxnSpLocks/>
          </p:cNvCxnSpPr>
          <p:nvPr/>
        </p:nvCxnSpPr>
        <p:spPr>
          <a:xfrm flipH="1">
            <a:off x="394716" y="609519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780292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371600"/>
            <a:ext cx="3474720" cy="2286000"/>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323EC03A-74B3-46B6-A70D-0B367EABDC7F}" type="datetime1">
              <a:rPr lang="en-US" smtClean="0"/>
              <a:t>3/25/2026</a:t>
            </a:fld>
            <a:endParaRPr lang="en-US"/>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a:xfrm>
            <a:off x="4457700" y="210114"/>
            <a:ext cx="2859307"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a:xfrm>
            <a:off x="7611572" y="210114"/>
            <a:ext cx="605475"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4457700" y="1371600"/>
            <a:ext cx="3368778" cy="4701943"/>
          </a:xfrm>
        </p:spPr>
        <p:txBody>
          <a:bodyPr rIns="4572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8731045" y="0"/>
            <a:ext cx="3460955" cy="6866879"/>
          </a:xfrm>
          <a:blipFill>
            <a:blip r:embed="rId2">
              <a:alphaModFix amt="60000"/>
            </a:blip>
            <a:stretch>
              <a:fillRect/>
            </a:stretch>
          </a:blipFill>
        </p:spPr>
        <p:txBody>
          <a:bodyPr/>
          <a:lstStyle>
            <a:lvl1pPr>
              <a:defRPr/>
            </a:lvl1pPr>
          </a:lstStyle>
          <a:p>
            <a:r>
              <a:rPr lang="en-US"/>
              <a:t>   </a:t>
            </a:r>
          </a:p>
        </p:txBody>
      </p:sp>
      <p:sp>
        <p:nvSpPr>
          <p:cNvPr id="5" name="Rectangle 4">
            <a:extLst>
              <a:ext uri="{FF2B5EF4-FFF2-40B4-BE49-F238E27FC236}">
                <a16:creationId xmlns:a16="http://schemas.microsoft.com/office/drawing/2014/main" id="{6D750207-6F0E-41F2-98B5-15BCAB2BF9AD}"/>
              </a:ext>
            </a:extLst>
          </p:cNvPr>
          <p:cNvSpPr/>
          <p:nvPr/>
        </p:nvSpPr>
        <p:spPr>
          <a:xfrm flipH="1">
            <a:off x="0" y="4771072"/>
            <a:ext cx="4874661" cy="2095805"/>
          </a:xfrm>
          <a:prstGeom prst="rect">
            <a:avLst/>
          </a:prstGeom>
          <a:gradFill>
            <a:gsLst>
              <a:gs pos="67000">
                <a:schemeClr val="bg2">
                  <a:alpha val="0"/>
                </a:schemeClr>
              </a:gs>
              <a:gs pos="95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21E79A5-CC18-0B38-C9F4-CA5690475280}"/>
              </a:ext>
            </a:extLst>
          </p:cNvPr>
          <p:cNvSpPr/>
          <p:nvPr/>
        </p:nvSpPr>
        <p:spPr>
          <a:xfrm flipH="1">
            <a:off x="-2" y="3852909"/>
            <a:ext cx="2823100" cy="3022846"/>
          </a:xfrm>
          <a:prstGeom prst="rect">
            <a:avLst/>
          </a:prstGeom>
          <a:gradFill flip="none" rotWithShape="1">
            <a:gsLst>
              <a:gs pos="0">
                <a:schemeClr val="tx2">
                  <a:alpha val="50000"/>
                </a:schemeClr>
              </a:gs>
              <a:gs pos="17000">
                <a:schemeClr val="accent6">
                  <a:lumMod val="60000"/>
                  <a:lumOff val="40000"/>
                  <a:alpha val="52000"/>
                </a:schemeClr>
              </a:gs>
              <a:gs pos="58000">
                <a:schemeClr val="bg1">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7" name="Straight Connector 6">
            <a:extLst>
              <a:ext uri="{FF2B5EF4-FFF2-40B4-BE49-F238E27FC236}">
                <a16:creationId xmlns:a16="http://schemas.microsoft.com/office/drawing/2014/main" id="{B80496BC-B679-515B-9928-2CC91AD7A8A2}"/>
              </a:ext>
            </a:extLst>
          </p:cNvPr>
          <p:cNvCxnSpPr>
            <a:cxnSpLocks/>
          </p:cNvCxnSpPr>
          <p:nvPr userDrawn="1"/>
        </p:nvCxnSpPr>
        <p:spPr>
          <a:xfrm flipH="1">
            <a:off x="397002" y="751313"/>
            <a:ext cx="7726680"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389476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952499"/>
            <a:ext cx="6751127" cy="1250871"/>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01752" y="203862"/>
            <a:ext cx="2286000" cy="365760"/>
          </a:xfrm>
        </p:spPr>
        <p:txBody>
          <a:bodyPr/>
          <a:lstStyle/>
          <a:p>
            <a:fld id="{D6F66A7C-2450-4D43-AEC7-53AFAE9E8A03}" type="datetime1">
              <a:rPr lang="en-US" smtClean="0"/>
              <a:t>3/25/2026</a:t>
            </a:fld>
            <a:endParaRPr lang="en-US"/>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2590800" y="203862"/>
            <a:ext cx="2775003"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6247336" y="203862"/>
            <a:ext cx="864794"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301752" y="2410518"/>
            <a:ext cx="6755514" cy="38074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7620000" y="0"/>
            <a:ext cx="4572000" cy="6858000"/>
          </a:xfrm>
          <a:blipFill>
            <a:blip r:embed="rId2">
              <a:alphaModFix amt="60000"/>
            </a:blip>
            <a:stretch>
              <a:fillRect/>
            </a:stretch>
          </a:blipFill>
        </p:spPr>
        <p:txBody>
          <a:bodyPr/>
          <a:lstStyle>
            <a:lvl1pPr>
              <a:defRPr/>
            </a:lvl1pPr>
          </a:lstStyle>
          <a:p>
            <a:r>
              <a:rPr lang="en-US"/>
              <a:t>    </a:t>
            </a:r>
          </a:p>
        </p:txBody>
      </p:sp>
      <p:sp>
        <p:nvSpPr>
          <p:cNvPr id="6" name="Rectangle 5">
            <a:extLst>
              <a:ext uri="{FF2B5EF4-FFF2-40B4-BE49-F238E27FC236}">
                <a16:creationId xmlns:a16="http://schemas.microsoft.com/office/drawing/2014/main" id="{EC640749-9485-B575-4B2A-075EAA112D08}"/>
              </a:ext>
            </a:extLst>
          </p:cNvPr>
          <p:cNvSpPr/>
          <p:nvPr/>
        </p:nvSpPr>
        <p:spPr>
          <a:xfrm flipH="1">
            <a:off x="0" y="3706098"/>
            <a:ext cx="7620000" cy="3151902"/>
          </a:xfrm>
          <a:prstGeom prst="rect">
            <a:avLst/>
          </a:prstGeom>
          <a:gradFill>
            <a:gsLst>
              <a:gs pos="79000">
                <a:schemeClr val="bg2">
                  <a:alpha val="0"/>
                </a:schemeClr>
              </a:gs>
              <a:gs pos="100000">
                <a:schemeClr val="accent6">
                  <a:alpha val="66000"/>
                </a:schemeClr>
              </a:gs>
            </a:gsLst>
            <a:lin ang="52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A5E19E54-3987-D72A-629F-B4FB61FCC4E9}"/>
              </a:ext>
            </a:extLst>
          </p:cNvPr>
          <p:cNvSpPr/>
          <p:nvPr/>
        </p:nvSpPr>
        <p:spPr>
          <a:xfrm flipH="1">
            <a:off x="0" y="5597112"/>
            <a:ext cx="7620000" cy="1260888"/>
          </a:xfrm>
          <a:prstGeom prst="rect">
            <a:avLst/>
          </a:prstGeom>
          <a:gradFill flip="none" rotWithShape="1">
            <a:gsLst>
              <a:gs pos="21830">
                <a:schemeClr val="accent1">
                  <a:alpha val="29000"/>
                </a:schemeClr>
              </a:gs>
              <a:gs pos="0">
                <a:schemeClr val="accent5">
                  <a:lumMod val="60000"/>
                  <a:lumOff val="40000"/>
                  <a:alpha val="84000"/>
                </a:schemeClr>
              </a:gs>
              <a:gs pos="5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11" name="Straight Connector 10">
            <a:extLst>
              <a:ext uri="{FF2B5EF4-FFF2-40B4-BE49-F238E27FC236}">
                <a16:creationId xmlns:a16="http://schemas.microsoft.com/office/drawing/2014/main" id="{D34DF899-11E5-3A31-4C5A-75E63BA26BC6}"/>
              </a:ext>
            </a:extLst>
          </p:cNvPr>
          <p:cNvCxnSpPr>
            <a:cxnSpLocks/>
          </p:cNvCxnSpPr>
          <p:nvPr/>
        </p:nvCxnSpPr>
        <p:spPr>
          <a:xfrm flipH="1">
            <a:off x="397002" y="751313"/>
            <a:ext cx="6620256"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44331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46341" y="1005840"/>
            <a:ext cx="5098676" cy="885847"/>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F96EE962-E57A-8EDB-7169-6EB04FA7539A}"/>
              </a:ext>
            </a:extLst>
          </p:cNvPr>
          <p:cNvSpPr>
            <a:spLocks noGrp="1"/>
          </p:cNvSpPr>
          <p:nvPr>
            <p:ph type="pic" sz="quarter" idx="15" hasCustomPrompt="1"/>
          </p:nvPr>
        </p:nvSpPr>
        <p:spPr>
          <a:xfrm>
            <a:off x="1" y="0"/>
            <a:ext cx="5627801" cy="6858001"/>
          </a:xfrm>
          <a:blipFill>
            <a:blip r:embed="rId2">
              <a:alphaModFix amt="60000"/>
            </a:blip>
            <a:stretch>
              <a:fillRect/>
            </a:stretch>
          </a:blipFill>
        </p:spPr>
        <p:txBody>
          <a:bodyPr/>
          <a:lstStyle>
            <a:lvl1pPr>
              <a:defRPr/>
            </a:lvl1pPr>
          </a:lstStyle>
          <a:p>
            <a:r>
              <a:rPr lang="en-US"/>
              <a:t>   </a:t>
            </a:r>
          </a:p>
        </p:txBody>
      </p:sp>
      <p:sp>
        <p:nvSpPr>
          <p:cNvPr id="3" name="Date Placeholder 2">
            <a:extLst>
              <a:ext uri="{FF2B5EF4-FFF2-40B4-BE49-F238E27FC236}">
                <a16:creationId xmlns:a16="http://schemas.microsoft.com/office/drawing/2014/main" id="{8C8F33F2-F4BB-B275-F273-C808EF0E4C3F}"/>
              </a:ext>
            </a:extLst>
          </p:cNvPr>
          <p:cNvSpPr>
            <a:spLocks noGrp="1"/>
          </p:cNvSpPr>
          <p:nvPr>
            <p:ph type="dt" sz="half" idx="16"/>
          </p:nvPr>
        </p:nvSpPr>
        <p:spPr/>
        <p:txBody>
          <a:bodyPr/>
          <a:lstStyle/>
          <a:p>
            <a:fld id="{7DA2CEDE-2AB4-4FB8-9551-E0AA4222B1A3}" type="datetime1">
              <a:rPr lang="en-US" smtClean="0"/>
              <a:t>3/25/2026</a:t>
            </a:fld>
            <a:endParaRPr lang="en-US"/>
          </a:p>
        </p:txBody>
      </p:sp>
      <p:sp>
        <p:nvSpPr>
          <p:cNvPr id="7" name="Footer Placeholder 6">
            <a:extLst>
              <a:ext uri="{FF2B5EF4-FFF2-40B4-BE49-F238E27FC236}">
                <a16:creationId xmlns:a16="http://schemas.microsoft.com/office/drawing/2014/main" id="{13F4D515-6DB5-140D-B839-CB332F27BDD7}"/>
              </a:ext>
            </a:extLst>
          </p:cNvPr>
          <p:cNvSpPr>
            <a:spLocks noGrp="1"/>
          </p:cNvSpPr>
          <p:nvPr>
            <p:ph type="ftr" sz="quarter" idx="17"/>
          </p:nvPr>
        </p:nvSpPr>
        <p:spPr>
          <a:xfrm>
            <a:off x="6146341" y="210114"/>
            <a:ext cx="2509284"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6C24E981-2AEE-AD42-76FB-6003D79DAE8C}"/>
              </a:ext>
            </a:extLst>
          </p:cNvPr>
          <p:cNvSpPr>
            <a:spLocks noGrp="1"/>
          </p:cNvSpPr>
          <p:nvPr>
            <p:ph type="sldNum" sz="quarter" idx="18"/>
          </p:nvPr>
        </p:nvSpPr>
        <p:spPr/>
        <p:txBody>
          <a:bodyPr/>
          <a:lstStyle/>
          <a:p>
            <a:fld id="{5E0677F5-4A8A-4BF1-96BE-3BAE8FBAFE2E}" type="slidenum">
              <a:rPr lang="en-US" smtClean="0"/>
              <a:pPr/>
              <a:t>‹#›</a:t>
            </a:fld>
            <a:endParaRPr lang="en-US"/>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6155767" y="2047285"/>
            <a:ext cx="5098675" cy="4048715"/>
          </a:xfrm>
        </p:spPr>
        <p:txBody>
          <a:bodyPr rIns="4572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5" name="Straight Connector 4">
            <a:extLst>
              <a:ext uri="{FF2B5EF4-FFF2-40B4-BE49-F238E27FC236}">
                <a16:creationId xmlns:a16="http://schemas.microsoft.com/office/drawing/2014/main" id="{969FB954-0266-229D-9FE8-7EEDE4102171}"/>
              </a:ext>
            </a:extLst>
          </p:cNvPr>
          <p:cNvCxnSpPr>
            <a:cxnSpLocks/>
          </p:cNvCxnSpPr>
          <p:nvPr/>
        </p:nvCxnSpPr>
        <p:spPr>
          <a:xfrm flipH="1">
            <a:off x="6247224" y="751313"/>
            <a:ext cx="5550060"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086373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014984"/>
            <a:ext cx="2820593" cy="2018221"/>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323EC03A-74B3-46B6-A70D-0B367EABDC7F}" type="datetime1">
              <a:rPr lang="en-US" smtClean="0"/>
              <a:t>3/25/2026</a:t>
            </a:fld>
            <a:endParaRPr lang="en-US"/>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a:xfrm>
            <a:off x="3668134" y="210114"/>
            <a:ext cx="3302000"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a:xfrm>
            <a:off x="7178517" y="210114"/>
            <a:ext cx="605475"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3669802" y="1014984"/>
            <a:ext cx="3951867" cy="5088504"/>
          </a:xfrm>
        </p:spPr>
        <p:txBody>
          <a:bodyPr rIns="27432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8288976" y="0"/>
            <a:ext cx="3903023" cy="6857999"/>
          </a:xfrm>
          <a:blipFill>
            <a:blip r:embed="rId2">
              <a:alphaModFix amt="60000"/>
            </a:blip>
            <a:stretch>
              <a:fillRect/>
            </a:stretch>
          </a:blipFill>
        </p:spPr>
        <p:txBody>
          <a:bodyPr/>
          <a:lstStyle>
            <a:lvl1pPr>
              <a:defRPr/>
            </a:lvl1pPr>
          </a:lstStyle>
          <a:p>
            <a:r>
              <a:rPr lang="en-US"/>
              <a:t>   </a:t>
            </a:r>
          </a:p>
        </p:txBody>
      </p:sp>
      <p:cxnSp>
        <p:nvCxnSpPr>
          <p:cNvPr id="7" name="Straight Connector 6">
            <a:extLst>
              <a:ext uri="{FF2B5EF4-FFF2-40B4-BE49-F238E27FC236}">
                <a16:creationId xmlns:a16="http://schemas.microsoft.com/office/drawing/2014/main" id="{9A521034-7090-2D31-55C9-25FDCC8BE1D5}"/>
              </a:ext>
            </a:extLst>
          </p:cNvPr>
          <p:cNvCxnSpPr>
            <a:cxnSpLocks/>
          </p:cNvCxnSpPr>
          <p:nvPr/>
        </p:nvCxnSpPr>
        <p:spPr>
          <a:xfrm flipH="1">
            <a:off x="397002" y="751313"/>
            <a:ext cx="7297760"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BEA23E8F-F4E2-0421-02A4-4F2398C907D3}"/>
              </a:ext>
            </a:extLst>
          </p:cNvPr>
          <p:cNvSpPr/>
          <p:nvPr/>
        </p:nvSpPr>
        <p:spPr>
          <a:xfrm flipH="1">
            <a:off x="0" y="3644910"/>
            <a:ext cx="1854200" cy="3213090"/>
          </a:xfrm>
          <a:prstGeom prst="rect">
            <a:avLst/>
          </a:prstGeom>
          <a:gradFill>
            <a:gsLst>
              <a:gs pos="60000">
                <a:schemeClr val="bg2">
                  <a:alpha val="0"/>
                </a:schemeClr>
              </a:gs>
              <a:gs pos="100000">
                <a:schemeClr val="accent6"/>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182988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2834639"/>
            <a:ext cx="3014382" cy="2926080"/>
          </a:xfrm>
        </p:spPr>
        <p:txBody>
          <a:bodyPr anchor="t">
            <a:normAutofit/>
          </a:bodyPr>
          <a:lstStyle>
            <a:lvl1pPr>
              <a:defRPr sz="2800"/>
            </a:lvl1pPr>
          </a:lstStyle>
          <a:p>
            <a:r>
              <a:rPr lang="en-US"/>
              <a:t>Click to edit Master title style</a:t>
            </a:r>
          </a:p>
        </p:txBody>
      </p:sp>
      <p:sp>
        <p:nvSpPr>
          <p:cNvPr id="4" name="Picture Placeholder 3">
            <a:extLst>
              <a:ext uri="{FF2B5EF4-FFF2-40B4-BE49-F238E27FC236}">
                <a16:creationId xmlns:a16="http://schemas.microsoft.com/office/drawing/2014/main" id="{3DA51E54-3166-19CA-EB55-5DFFB9426CAD}"/>
              </a:ext>
            </a:extLst>
          </p:cNvPr>
          <p:cNvSpPr>
            <a:spLocks noGrp="1"/>
          </p:cNvSpPr>
          <p:nvPr>
            <p:ph type="pic" sz="quarter" idx="19" hasCustomPrompt="1"/>
          </p:nvPr>
        </p:nvSpPr>
        <p:spPr>
          <a:xfrm>
            <a:off x="-17796" y="0"/>
            <a:ext cx="12209796" cy="2420098"/>
          </a:xfrm>
          <a:blipFill dpi="0" rotWithShape="1">
            <a:blip r:embed="rId2">
              <a:alphaModFix amt="60000"/>
            </a:blip>
            <a:srcRect/>
            <a:stretch>
              <a:fillRect/>
            </a:stretch>
          </a:blipFill>
        </p:spPr>
        <p:txBody>
          <a:bodyPr/>
          <a:lstStyle>
            <a:lvl1pPr>
              <a:defRPr/>
            </a:lvl1pPr>
          </a:lstStyle>
          <a:p>
            <a:r>
              <a:rPr lang="en-US"/>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2834640"/>
            <a:ext cx="7200900" cy="2926080"/>
          </a:xfrm>
        </p:spPr>
        <p:txBody>
          <a:bodyPr>
            <a:noAutofit/>
          </a:bodyPr>
          <a:lstStyle>
            <a:lvl1pPr marL="285750" indent="-285750">
              <a:buFont typeface="Arial" panose="020B0604020202020204" pitchFamily="34" charset="0"/>
              <a:buNone/>
              <a:defRPr sz="1800"/>
            </a:lvl1pPr>
            <a:lvl2pPr marL="514350" indent="-285750">
              <a:buFont typeface="Arial" panose="020B0604020202020204" pitchFamily="34" charset="0"/>
              <a:buNone/>
              <a:defRPr sz="1600"/>
            </a:lvl2pPr>
            <a:lvl3pPr marL="742950" indent="-285750">
              <a:buFont typeface="Arial" panose="020B0604020202020204" pitchFamily="34" charset="0"/>
              <a:buNone/>
              <a:defRPr sz="1400"/>
            </a:lvl3pPr>
            <a:lvl4pPr marL="857250" indent="-171450">
              <a:buFont typeface="Arial" panose="020B0604020202020204" pitchFamily="34" charset="0"/>
              <a:buNone/>
              <a:defRPr sz="1200"/>
            </a:lvl4pPr>
            <a:lvl5pPr marL="1085850" indent="-171450">
              <a:buFont typeface="Arial" panose="020B0604020202020204" pitchFamily="34" charse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a:xfrm>
            <a:off x="301752" y="6274033"/>
            <a:ext cx="3014382" cy="365760"/>
          </a:xfrm>
        </p:spPr>
        <p:txBody>
          <a:bodyPr/>
          <a:lstStyle/>
          <a:p>
            <a:fld id="{FBC323F5-F813-45BA-B261-A7C41DB03AE5}" type="datetime1">
              <a:rPr lang="en-US" smtClean="0"/>
              <a:t>3/25/2026</a:t>
            </a:fld>
            <a:endParaRPr lang="en-US"/>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a:xfrm>
            <a:off x="4480560" y="6274033"/>
            <a:ext cx="3162300" cy="365760"/>
          </a:xfrm>
        </p:spPr>
        <p:txBody>
          <a:bodyPr/>
          <a:lstStyle/>
          <a:p>
            <a:r>
              <a:rPr lang="en-US"/>
              <a:t>Sample Footer Text</a:t>
            </a:r>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a:xfrm>
            <a:off x="11292840" y="6274033"/>
            <a:ext cx="568917" cy="365760"/>
          </a:xfrm>
        </p:spPr>
        <p:txBody>
          <a:bodyPr/>
          <a:lstStyle/>
          <a:p>
            <a:fld id="{5E0677F5-4A8A-4BF1-96BE-3BAE8FBAFE2E}" type="slidenum">
              <a:rPr lang="en-US" smtClean="0"/>
              <a:t>‹#›</a:t>
            </a:fld>
            <a:endParaRPr lang="en-US"/>
          </a:p>
        </p:txBody>
      </p:sp>
      <p:cxnSp>
        <p:nvCxnSpPr>
          <p:cNvPr id="3" name="Straight Connector 2">
            <a:extLst>
              <a:ext uri="{FF2B5EF4-FFF2-40B4-BE49-F238E27FC236}">
                <a16:creationId xmlns:a16="http://schemas.microsoft.com/office/drawing/2014/main" id="{ABDDCA5B-BBAB-ABCD-27B8-D3CD17FD04BC}"/>
              </a:ext>
            </a:extLst>
          </p:cNvPr>
          <p:cNvCxnSpPr>
            <a:cxnSpLocks/>
          </p:cNvCxnSpPr>
          <p:nvPr/>
        </p:nvCxnSpPr>
        <p:spPr>
          <a:xfrm flipH="1">
            <a:off x="394716" y="609519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798591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124712"/>
            <a:ext cx="6035040" cy="1188720"/>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341B6B1A-D5A1-4BE6-F356-717BCDE641E2}"/>
              </a:ext>
            </a:extLst>
          </p:cNvPr>
          <p:cNvSpPr>
            <a:spLocks noGrp="1"/>
          </p:cNvSpPr>
          <p:nvPr>
            <p:ph type="dt" sz="half" idx="16"/>
          </p:nvPr>
        </p:nvSpPr>
        <p:spPr>
          <a:xfrm>
            <a:off x="301752" y="210114"/>
            <a:ext cx="1759288" cy="365760"/>
          </a:xfrm>
        </p:spPr>
        <p:txBody>
          <a:bodyPr/>
          <a:lstStyle/>
          <a:p>
            <a:fld id="{7DA2CEDE-2AB4-4FB8-9551-E0AA4222B1A3}" type="datetime1">
              <a:rPr lang="en-US" smtClean="0"/>
              <a:t>3/25/2026</a:t>
            </a:fld>
            <a:endParaRPr lang="en-US"/>
          </a:p>
        </p:txBody>
      </p:sp>
      <p:sp>
        <p:nvSpPr>
          <p:cNvPr id="5" name="Footer Placeholder 4">
            <a:extLst>
              <a:ext uri="{FF2B5EF4-FFF2-40B4-BE49-F238E27FC236}">
                <a16:creationId xmlns:a16="http://schemas.microsoft.com/office/drawing/2014/main" id="{EC0BF832-23A2-A613-62C4-CB5A46DFFDAE}"/>
              </a:ext>
            </a:extLst>
          </p:cNvPr>
          <p:cNvSpPr>
            <a:spLocks noGrp="1"/>
          </p:cNvSpPr>
          <p:nvPr>
            <p:ph type="ftr" sz="quarter" idx="17"/>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8840ECE9-B681-F022-60D1-1A016882C82F}"/>
              </a:ext>
            </a:extLst>
          </p:cNvPr>
          <p:cNvSpPr>
            <a:spLocks noGrp="1"/>
          </p:cNvSpPr>
          <p:nvPr>
            <p:ph type="sldNum" sz="quarter" idx="18"/>
          </p:nvPr>
        </p:nvSpPr>
        <p:spPr/>
        <p:txBody>
          <a:bodyPr/>
          <a:lstStyle/>
          <a:p>
            <a:fld id="{5E0677F5-4A8A-4BF1-96BE-3BAE8FBAFE2E}" type="slidenum">
              <a:rPr lang="en-US" smtClean="0"/>
              <a:pPr/>
              <a:t>‹#›</a:t>
            </a:fld>
            <a:endParaRPr lang="en-US"/>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93776" y="2629095"/>
            <a:ext cx="6286500" cy="3729912"/>
          </a:xfrm>
          <a:blipFill>
            <a:blip r:embed="rId2">
              <a:alphaModFix amt="60000"/>
            </a:blip>
            <a:stretch>
              <a:fillRect b="-13379"/>
            </a:stretch>
          </a:blipFill>
        </p:spPr>
        <p:txBody>
          <a:bodyPr/>
          <a:lstStyle>
            <a:lvl1pPr>
              <a:defRPr/>
            </a:lvl1pPr>
          </a:lstStyle>
          <a:p>
            <a:r>
              <a:rPr lang="en-US"/>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620000" y="1124712"/>
            <a:ext cx="3683000" cy="5234295"/>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8751E514-0366-08AF-7655-4232DA4DBADF}"/>
              </a:ext>
            </a:extLst>
          </p:cNvPr>
          <p:cNvSpPr/>
          <p:nvPr/>
        </p:nvSpPr>
        <p:spPr>
          <a:xfrm flipH="1">
            <a:off x="3009900" y="5797487"/>
            <a:ext cx="9182100" cy="1060512"/>
          </a:xfrm>
          <a:prstGeom prst="rect">
            <a:avLst/>
          </a:prstGeom>
          <a:gradFill>
            <a:gsLst>
              <a:gs pos="55000">
                <a:schemeClr val="bg2">
                  <a:alpha val="0"/>
                </a:schemeClr>
              </a:gs>
              <a:gs pos="100000">
                <a:schemeClr val="accent4"/>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817AFFE-A609-63B8-B679-F0129190A122}"/>
              </a:ext>
            </a:extLst>
          </p:cNvPr>
          <p:cNvSpPr/>
          <p:nvPr/>
        </p:nvSpPr>
        <p:spPr>
          <a:xfrm rot="5400000" flipH="1">
            <a:off x="9426287" y="4092286"/>
            <a:ext cx="4807525" cy="723901"/>
          </a:xfrm>
          <a:prstGeom prst="rect">
            <a:avLst/>
          </a:prstGeom>
          <a:gradFill>
            <a:gsLst>
              <a:gs pos="47000">
                <a:schemeClr val="bg2">
                  <a:alpha val="0"/>
                </a:schemeClr>
              </a:gs>
              <a:gs pos="100000">
                <a:schemeClr val="accent3">
                  <a:lumMod val="40000"/>
                  <a:lumOff val="60000"/>
                  <a:alpha val="61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55959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960120"/>
            <a:ext cx="7726680" cy="914400"/>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01752" y="203862"/>
            <a:ext cx="2286000" cy="365760"/>
          </a:xfrm>
        </p:spPr>
        <p:txBody>
          <a:bodyPr/>
          <a:lstStyle/>
          <a:p>
            <a:fld id="{6D40D1C1-6E49-4083-B78C-1B50EA73104C}" type="datetime1">
              <a:rPr lang="en-US" smtClean="0"/>
              <a:t>3/25/2026</a:t>
            </a:fld>
            <a:endParaRPr lang="en-US"/>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4942516" y="203862"/>
            <a:ext cx="2377440"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7540537" y="203862"/>
            <a:ext cx="602991"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301751" y="2194560"/>
            <a:ext cx="7726680" cy="42062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8663152" y="0"/>
            <a:ext cx="3528848" cy="6858000"/>
          </a:xfrm>
          <a:blipFill>
            <a:blip r:embed="rId2">
              <a:alphaModFix amt="60000"/>
            </a:blip>
            <a:stretch>
              <a:fillRect/>
            </a:stretch>
          </a:blipFill>
        </p:spPr>
        <p:txBody>
          <a:bodyPr/>
          <a:lstStyle>
            <a:lvl1pPr>
              <a:defRPr/>
            </a:lvl1pPr>
          </a:lstStyle>
          <a:p>
            <a:r>
              <a:rPr lang="en-US"/>
              <a:t>   </a:t>
            </a:r>
          </a:p>
        </p:txBody>
      </p:sp>
      <p:cxnSp>
        <p:nvCxnSpPr>
          <p:cNvPr id="5" name="Straight Connector 4">
            <a:extLst>
              <a:ext uri="{FF2B5EF4-FFF2-40B4-BE49-F238E27FC236}">
                <a16:creationId xmlns:a16="http://schemas.microsoft.com/office/drawing/2014/main" id="{61A1B53F-5BA2-09DF-9A48-941699CA2D54}"/>
              </a:ext>
            </a:extLst>
          </p:cNvPr>
          <p:cNvCxnSpPr>
            <a:cxnSpLocks/>
          </p:cNvCxnSpPr>
          <p:nvPr/>
        </p:nvCxnSpPr>
        <p:spPr>
          <a:xfrm flipH="1">
            <a:off x="457202" y="751313"/>
            <a:ext cx="7589520"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484456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210016" y="957435"/>
            <a:ext cx="6400800" cy="885847"/>
          </a:xfrm>
        </p:spPr>
        <p:txBody>
          <a:bodyPr rIns="548640" anchor="b"/>
          <a:lstStyle/>
          <a:p>
            <a:r>
              <a:rPr lang="en-US"/>
              <a:t>Click to edit Master title style</a:t>
            </a:r>
          </a:p>
        </p:txBody>
      </p:sp>
      <p:sp>
        <p:nvSpPr>
          <p:cNvPr id="11" name="Picture Placeholder 10">
            <a:extLst>
              <a:ext uri="{FF2B5EF4-FFF2-40B4-BE49-F238E27FC236}">
                <a16:creationId xmlns:a16="http://schemas.microsoft.com/office/drawing/2014/main" id="{F96EE962-E57A-8EDB-7169-6EB04FA7539A}"/>
              </a:ext>
            </a:extLst>
          </p:cNvPr>
          <p:cNvSpPr>
            <a:spLocks noGrp="1"/>
          </p:cNvSpPr>
          <p:nvPr>
            <p:ph type="pic" sz="quarter" idx="15" hasCustomPrompt="1"/>
          </p:nvPr>
        </p:nvSpPr>
        <p:spPr>
          <a:xfrm>
            <a:off x="2" y="0"/>
            <a:ext cx="4698090" cy="6858001"/>
          </a:xfrm>
          <a:blipFill>
            <a:blip r:embed="rId2">
              <a:alphaModFix amt="60000"/>
            </a:blip>
            <a:stretch>
              <a:fillRect/>
            </a:stretch>
          </a:blipFill>
        </p:spPr>
        <p:txBody>
          <a:bodyPr/>
          <a:lstStyle>
            <a:lvl1pPr>
              <a:defRPr/>
            </a:lvl1pPr>
          </a:lstStyle>
          <a:p>
            <a:r>
              <a:rPr lang="en-US"/>
              <a:t>   </a:t>
            </a:r>
          </a:p>
        </p:txBody>
      </p:sp>
      <p:sp>
        <p:nvSpPr>
          <p:cNvPr id="4" name="Date Placeholder 3">
            <a:extLst>
              <a:ext uri="{FF2B5EF4-FFF2-40B4-BE49-F238E27FC236}">
                <a16:creationId xmlns:a16="http://schemas.microsoft.com/office/drawing/2014/main" id="{93A362DD-3333-1184-E97C-2FDF9D599F49}"/>
              </a:ext>
            </a:extLst>
          </p:cNvPr>
          <p:cNvSpPr>
            <a:spLocks noGrp="1"/>
          </p:cNvSpPr>
          <p:nvPr>
            <p:ph type="dt" sz="half" idx="16"/>
          </p:nvPr>
        </p:nvSpPr>
        <p:spPr>
          <a:xfrm>
            <a:off x="5213149" y="212239"/>
            <a:ext cx="2208276" cy="365760"/>
          </a:xfrm>
        </p:spPr>
        <p:txBody>
          <a:bodyPr/>
          <a:lstStyle/>
          <a:p>
            <a:fld id="{E74C9532-5249-4EF8-9302-9703A89C50A6}" type="datetime1">
              <a:rPr lang="en-US" smtClean="0"/>
              <a:t>3/25/2026</a:t>
            </a:fld>
            <a:endParaRPr lang="en-US"/>
          </a:p>
        </p:txBody>
      </p:sp>
      <p:sp>
        <p:nvSpPr>
          <p:cNvPr id="5" name="Footer Placeholder 4">
            <a:extLst>
              <a:ext uri="{FF2B5EF4-FFF2-40B4-BE49-F238E27FC236}">
                <a16:creationId xmlns:a16="http://schemas.microsoft.com/office/drawing/2014/main" id="{D851225D-49EF-5752-ACF2-F43EB2B36332}"/>
              </a:ext>
            </a:extLst>
          </p:cNvPr>
          <p:cNvSpPr>
            <a:spLocks noGrp="1"/>
          </p:cNvSpPr>
          <p:nvPr>
            <p:ph type="ftr" sz="quarter" idx="17"/>
          </p:nvPr>
        </p:nvSpPr>
        <p:spPr>
          <a:xfrm>
            <a:off x="7619999" y="210114"/>
            <a:ext cx="2297151" cy="365760"/>
          </a:xfrm>
        </p:spPr>
        <p:txBody>
          <a:bodyPr/>
          <a:lstStyle/>
          <a:p>
            <a:r>
              <a:rPr lang="en-US"/>
              <a:t>Sample Footer Text</a:t>
            </a:r>
          </a:p>
        </p:txBody>
      </p:sp>
      <p:sp>
        <p:nvSpPr>
          <p:cNvPr id="6" name="Slide Number Placeholder 5">
            <a:extLst>
              <a:ext uri="{FF2B5EF4-FFF2-40B4-BE49-F238E27FC236}">
                <a16:creationId xmlns:a16="http://schemas.microsoft.com/office/drawing/2014/main" id="{7C21012C-B1FA-A889-A45D-1DA431A41443}"/>
              </a:ext>
            </a:extLst>
          </p:cNvPr>
          <p:cNvSpPr>
            <a:spLocks noGrp="1"/>
          </p:cNvSpPr>
          <p:nvPr>
            <p:ph type="sldNum" sz="quarter" idx="18"/>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210016" y="2054715"/>
            <a:ext cx="6400800" cy="4502965"/>
          </a:xfrm>
        </p:spPr>
        <p:txBody>
          <a:bodyPr rIns="54864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69D4FBA1-5448-1E5A-42E9-23AAC06CC512}"/>
              </a:ext>
            </a:extLst>
          </p:cNvPr>
          <p:cNvCxnSpPr>
            <a:cxnSpLocks/>
          </p:cNvCxnSpPr>
          <p:nvPr/>
        </p:nvCxnSpPr>
        <p:spPr>
          <a:xfrm flipH="1">
            <a:off x="5319887" y="751313"/>
            <a:ext cx="6477397"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560260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10934"/>
            <a:ext cx="3507418" cy="1398494"/>
          </a:xfrm>
        </p:spPr>
        <p:txBody>
          <a:bodyPr anchor="t">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D4A97960-D10E-4C66-898F-E062784CD6C7}" type="datetime1">
              <a:rPr lang="en-US" smtClean="0"/>
              <a:t>3/25/2026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932680" y="210114"/>
            <a:ext cx="2509284"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1" name="Picture Placeholder 10">
            <a:extLst>
              <a:ext uri="{FF2B5EF4-FFF2-40B4-BE49-F238E27FC236}">
                <a16:creationId xmlns:a16="http://schemas.microsoft.com/office/drawing/2014/main" id="{5F24C464-705C-DC78-DD20-9EFEB717ED27}"/>
              </a:ext>
            </a:extLst>
          </p:cNvPr>
          <p:cNvSpPr>
            <a:spLocks noGrp="1"/>
          </p:cNvSpPr>
          <p:nvPr>
            <p:ph type="pic" sz="quarter" idx="17" hasCustomPrompt="1"/>
          </p:nvPr>
        </p:nvSpPr>
        <p:spPr>
          <a:xfrm>
            <a:off x="451351" y="2680447"/>
            <a:ext cx="3357819" cy="3662083"/>
          </a:xfrm>
          <a:blipFill>
            <a:blip r:embed="rId2">
              <a:alphaModFix amt="60000"/>
            </a:blip>
            <a:stretch>
              <a:fillRect/>
            </a:stretch>
          </a:blipFill>
        </p:spPr>
        <p:txBody>
          <a:bodyPr/>
          <a:lstStyle>
            <a:lvl1pPr>
              <a:defRPr/>
            </a:lvl1pPr>
          </a:lstStyle>
          <a:p>
            <a:r>
              <a:rPr lang="en-US"/>
              <a:t>   </a:t>
            </a:r>
          </a:p>
        </p:txBody>
      </p:sp>
      <p:sp>
        <p:nvSpPr>
          <p:cNvPr id="10" name="Rectangle 9">
            <a:extLst>
              <a:ext uri="{FF2B5EF4-FFF2-40B4-BE49-F238E27FC236}">
                <a16:creationId xmlns:a16="http://schemas.microsoft.com/office/drawing/2014/main" id="{4606EA5C-4A14-95D3-20DF-1EEB607C889B}"/>
              </a:ext>
            </a:extLst>
          </p:cNvPr>
          <p:cNvSpPr/>
          <p:nvPr/>
        </p:nvSpPr>
        <p:spPr>
          <a:xfrm flipH="1">
            <a:off x="2171702" y="5847066"/>
            <a:ext cx="10020298" cy="1010934"/>
          </a:xfrm>
          <a:prstGeom prst="rect">
            <a:avLst/>
          </a:prstGeom>
          <a:gradFill>
            <a:gsLst>
              <a:gs pos="52000">
                <a:schemeClr val="bg2">
                  <a:alpha val="0"/>
                </a:schemeClr>
              </a:gs>
              <a:gs pos="76000">
                <a:schemeClr val="accent1">
                  <a:lumMod val="50000"/>
                  <a:alpha val="39000"/>
                </a:schemeClr>
              </a:gs>
              <a:gs pos="100000">
                <a:schemeClr val="accent5">
                  <a:alpha val="68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05652D2-BF56-96CE-426B-26972C38434D}"/>
              </a:ext>
            </a:extLst>
          </p:cNvPr>
          <p:cNvSpPr/>
          <p:nvPr/>
        </p:nvSpPr>
        <p:spPr>
          <a:xfrm rot="16200000" flipH="1">
            <a:off x="7767364" y="2433362"/>
            <a:ext cx="4944033" cy="3905239"/>
          </a:xfrm>
          <a:prstGeom prst="rect">
            <a:avLst/>
          </a:prstGeom>
          <a:gradFill flip="none" rotWithShape="1">
            <a:gsLst>
              <a:gs pos="0">
                <a:schemeClr val="accent3">
                  <a:lumMod val="60000"/>
                  <a:lumOff val="40000"/>
                  <a:alpha val="40000"/>
                </a:schemeClr>
              </a:gs>
              <a:gs pos="32000">
                <a:schemeClr val="bg1">
                  <a:alpha val="0"/>
                </a:schemeClr>
              </a:gs>
            </a:gsLst>
            <a:lin ang="14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12" name="Straight Connector 11">
            <a:extLst>
              <a:ext uri="{FF2B5EF4-FFF2-40B4-BE49-F238E27FC236}">
                <a16:creationId xmlns:a16="http://schemas.microsoft.com/office/drawing/2014/main" id="{2CA30D42-B5FE-EAD1-8419-4AD002C32B1F}"/>
              </a:ext>
            </a:extLst>
          </p:cNvPr>
          <p:cNvCxnSpPr>
            <a:cxnSpLocks/>
          </p:cNvCxnSpPr>
          <p:nvPr/>
        </p:nvCxnSpPr>
        <p:spPr>
          <a:xfrm>
            <a:off x="4426824" y="1075765"/>
            <a:ext cx="0" cy="4944035"/>
          </a:xfrm>
          <a:prstGeom prst="line">
            <a:avLst/>
          </a:prstGeom>
          <a:ln w="6350">
            <a:solidFill>
              <a:schemeClr val="bg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932679" y="1010932"/>
            <a:ext cx="6492240" cy="52120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2813700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19811"/>
            <a:ext cx="3419380" cy="1856553"/>
          </a:xfrm>
        </p:spPr>
        <p:txBody>
          <a:bodyPr anchor="t">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D4A97960-D10E-4C66-898F-E062784CD6C7}" type="datetime1">
              <a:rPr lang="en-US" smtClean="0"/>
              <a:t>3/25/2026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478969" y="210114"/>
            <a:ext cx="2509284"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1" name="Picture Placeholder 10">
            <a:extLst>
              <a:ext uri="{FF2B5EF4-FFF2-40B4-BE49-F238E27FC236}">
                <a16:creationId xmlns:a16="http://schemas.microsoft.com/office/drawing/2014/main" id="{5F24C464-705C-DC78-DD20-9EFEB717ED27}"/>
              </a:ext>
            </a:extLst>
          </p:cNvPr>
          <p:cNvSpPr>
            <a:spLocks noGrp="1"/>
          </p:cNvSpPr>
          <p:nvPr>
            <p:ph type="pic" sz="quarter" idx="17" hasCustomPrompt="1"/>
          </p:nvPr>
        </p:nvSpPr>
        <p:spPr>
          <a:xfrm>
            <a:off x="382390" y="3045041"/>
            <a:ext cx="3338742" cy="3297489"/>
          </a:xfrm>
          <a:blipFill>
            <a:blip r:embed="rId2">
              <a:alphaModFix amt="60000"/>
            </a:blip>
            <a:stretch>
              <a:fillRect/>
            </a:stretch>
          </a:blipFill>
        </p:spPr>
        <p:txBody>
          <a:bodyPr/>
          <a:lstStyle>
            <a:lvl1pPr>
              <a:defRPr/>
            </a:lvl1pPr>
          </a:lstStyle>
          <a:p>
            <a:r>
              <a:rPr lang="en-US"/>
              <a:t>   </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78968" y="1019810"/>
            <a:ext cx="7315200" cy="55778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6709571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Number Large">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6BF28860-8FEF-73E6-FEDF-176AC5D70A0F}"/>
              </a:ext>
            </a:extLst>
          </p:cNvPr>
          <p:cNvSpPr>
            <a:spLocks noGrp="1"/>
          </p:cNvSpPr>
          <p:nvPr>
            <p:ph type="title"/>
          </p:nvPr>
        </p:nvSpPr>
        <p:spPr>
          <a:xfrm>
            <a:off x="6476998" y="4907611"/>
            <a:ext cx="5320285" cy="1438873"/>
          </a:xfrm>
        </p:spPr>
        <p:txBody>
          <a:bodyPr anchor="t"/>
          <a:lstStyle>
            <a:lvl1pPr>
              <a:lnSpc>
                <a:spcPct val="100000"/>
              </a:lnSpc>
              <a:defRPr sz="2000">
                <a:solidFill>
                  <a:schemeClr val="tx1"/>
                </a:solidFill>
                <a:latin typeface="+mn-lt"/>
              </a:defRPr>
            </a:lvl1pPr>
          </a:lstStyle>
          <a:p>
            <a:r>
              <a:rPr lang="en-US"/>
              <a:t>Click to edit Master title style</a:t>
            </a:r>
          </a:p>
        </p:txBody>
      </p:sp>
      <p:sp>
        <p:nvSpPr>
          <p:cNvPr id="3" name="Date Placeholder 2">
            <a:extLst>
              <a:ext uri="{FF2B5EF4-FFF2-40B4-BE49-F238E27FC236}">
                <a16:creationId xmlns:a16="http://schemas.microsoft.com/office/drawing/2014/main" id="{86ADE8C0-7863-A0F4-9EFB-60B2F8DD221E}"/>
              </a:ext>
            </a:extLst>
          </p:cNvPr>
          <p:cNvSpPr>
            <a:spLocks noGrp="1"/>
          </p:cNvSpPr>
          <p:nvPr>
            <p:ph type="dt" sz="half" idx="14"/>
          </p:nvPr>
        </p:nvSpPr>
        <p:spPr/>
        <p:txBody>
          <a:bodyPr/>
          <a:lstStyle/>
          <a:p>
            <a:fld id="{27B77AD4-7B4F-4A76-ADEB-9CF6601338DB}" type="datetime1">
              <a:rPr lang="en-US" smtClean="0"/>
              <a:t>3/25/2026</a:t>
            </a:fld>
            <a:endParaRPr lang="en-US"/>
          </a:p>
        </p:txBody>
      </p:sp>
      <p:sp>
        <p:nvSpPr>
          <p:cNvPr id="4" name="Footer Placeholder 3">
            <a:extLst>
              <a:ext uri="{FF2B5EF4-FFF2-40B4-BE49-F238E27FC236}">
                <a16:creationId xmlns:a16="http://schemas.microsoft.com/office/drawing/2014/main" id="{0AE20381-0150-ABDF-3C66-3E77DA79EEC4}"/>
              </a:ext>
            </a:extLst>
          </p:cNvPr>
          <p:cNvSpPr>
            <a:spLocks noGrp="1"/>
          </p:cNvSpPr>
          <p:nvPr>
            <p:ph type="ftr" sz="quarter" idx="15"/>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33AD7FDD-1157-5BB4-4A9F-3F35CE7FF47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0" name="Content Placeholder 9">
            <a:extLst>
              <a:ext uri="{FF2B5EF4-FFF2-40B4-BE49-F238E27FC236}">
                <a16:creationId xmlns:a16="http://schemas.microsoft.com/office/drawing/2014/main" id="{5B446035-33B1-F0D9-18B1-58E177267E3A}"/>
              </a:ext>
            </a:extLst>
          </p:cNvPr>
          <p:cNvSpPr>
            <a:spLocks noGrp="1"/>
          </p:cNvSpPr>
          <p:nvPr>
            <p:ph sz="quarter" idx="17" hasCustomPrompt="1"/>
          </p:nvPr>
        </p:nvSpPr>
        <p:spPr>
          <a:xfrm>
            <a:off x="274638" y="766763"/>
            <a:ext cx="11320462" cy="3489325"/>
          </a:xfrm>
        </p:spPr>
        <p:txBody>
          <a:bodyPr/>
          <a:lstStyle>
            <a:lvl1pPr>
              <a:lnSpc>
                <a:spcPct val="85000"/>
              </a:lnSpc>
              <a:defRPr sz="24000">
                <a:gradFill>
                  <a:gsLst>
                    <a:gs pos="0">
                      <a:schemeClr val="accent6"/>
                    </a:gs>
                    <a:gs pos="46000">
                      <a:schemeClr val="accent1"/>
                    </a:gs>
                    <a:gs pos="100000">
                      <a:schemeClr val="accent3">
                        <a:lumMod val="60000"/>
                        <a:lumOff val="40000"/>
                      </a:schemeClr>
                    </a:gs>
                  </a:gsLst>
                  <a:lin ang="4200000" scaled="0"/>
                </a:gradFill>
                <a:latin typeface="+mj-lt"/>
              </a:defRPr>
            </a:lvl1pPr>
          </a:lstStyle>
          <a:p>
            <a:pPr lvl="0"/>
            <a:r>
              <a:rPr lang="en-US"/>
              <a:t>##%</a:t>
            </a:r>
          </a:p>
        </p:txBody>
      </p:sp>
      <p:cxnSp>
        <p:nvCxnSpPr>
          <p:cNvPr id="6" name="Straight Connector 5">
            <a:extLst>
              <a:ext uri="{FF2B5EF4-FFF2-40B4-BE49-F238E27FC236}">
                <a16:creationId xmlns:a16="http://schemas.microsoft.com/office/drawing/2014/main" id="{9F77A56B-CD68-22F4-F473-A2063E81D70D}"/>
              </a:ext>
            </a:extLst>
          </p:cNvPr>
          <p:cNvCxnSpPr>
            <a:cxnSpLocks/>
          </p:cNvCxnSpPr>
          <p:nvPr/>
        </p:nvCxnSpPr>
        <p:spPr>
          <a:xfrm flipH="1">
            <a:off x="394716" y="466224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138755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Number Large 2">
    <p:spTree>
      <p:nvGrpSpPr>
        <p:cNvPr id="1" name=""/>
        <p:cNvGrpSpPr/>
        <p:nvPr/>
      </p:nvGrpSpPr>
      <p:grpSpPr>
        <a:xfrm>
          <a:off x="0" y="0"/>
          <a:ext cx="0" cy="0"/>
          <a:chOff x="0" y="0"/>
          <a:chExt cx="0" cy="0"/>
        </a:xfrm>
      </p:grpSpPr>
      <p:sp>
        <p:nvSpPr>
          <p:cNvPr id="10" name="Title 10">
            <a:extLst>
              <a:ext uri="{FF2B5EF4-FFF2-40B4-BE49-F238E27FC236}">
                <a16:creationId xmlns:a16="http://schemas.microsoft.com/office/drawing/2014/main" id="{DD010CB8-5ADF-D96A-0AE8-D830AFDEB94C}"/>
              </a:ext>
            </a:extLst>
          </p:cNvPr>
          <p:cNvSpPr>
            <a:spLocks noGrp="1"/>
          </p:cNvSpPr>
          <p:nvPr>
            <p:ph type="title"/>
          </p:nvPr>
        </p:nvSpPr>
        <p:spPr>
          <a:xfrm>
            <a:off x="7622485" y="1100831"/>
            <a:ext cx="3503935" cy="3811825"/>
          </a:xfrm>
        </p:spPr>
        <p:txBody>
          <a:bodyPr anchor="t">
            <a:normAutofit/>
          </a:bodyPr>
          <a:lstStyle>
            <a:lvl1pPr>
              <a:lnSpc>
                <a:spcPct val="100000"/>
              </a:lnSpc>
              <a:defRPr sz="2000">
                <a:latin typeface="+mn-lt"/>
              </a:defRPr>
            </a:lvl1pPr>
          </a:lstStyle>
          <a:p>
            <a:r>
              <a:rPr lang="en-US"/>
              <a:t>Click to edit Master title style</a:t>
            </a:r>
          </a:p>
        </p:txBody>
      </p:sp>
      <p:sp>
        <p:nvSpPr>
          <p:cNvPr id="3" name="Date Placeholder 2">
            <a:extLst>
              <a:ext uri="{FF2B5EF4-FFF2-40B4-BE49-F238E27FC236}">
                <a16:creationId xmlns:a16="http://schemas.microsoft.com/office/drawing/2014/main" id="{86ADE8C0-7863-A0F4-9EFB-60B2F8DD221E}"/>
              </a:ext>
            </a:extLst>
          </p:cNvPr>
          <p:cNvSpPr>
            <a:spLocks noGrp="1"/>
          </p:cNvSpPr>
          <p:nvPr>
            <p:ph type="dt" sz="half" idx="14"/>
          </p:nvPr>
        </p:nvSpPr>
        <p:spPr/>
        <p:txBody>
          <a:bodyPr/>
          <a:lstStyle/>
          <a:p>
            <a:fld id="{7E7D3A11-047C-4AE4-9A54-AA0426E18492}" type="datetime1">
              <a:rPr lang="en-US" smtClean="0"/>
              <a:t>3/25/2026</a:t>
            </a:fld>
            <a:endParaRPr lang="en-US"/>
          </a:p>
        </p:txBody>
      </p:sp>
      <p:sp>
        <p:nvSpPr>
          <p:cNvPr id="4" name="Footer Placeholder 3">
            <a:extLst>
              <a:ext uri="{FF2B5EF4-FFF2-40B4-BE49-F238E27FC236}">
                <a16:creationId xmlns:a16="http://schemas.microsoft.com/office/drawing/2014/main" id="{0AE20381-0150-ABDF-3C66-3E77DA79EEC4}"/>
              </a:ext>
            </a:extLst>
          </p:cNvPr>
          <p:cNvSpPr>
            <a:spLocks noGrp="1"/>
          </p:cNvSpPr>
          <p:nvPr>
            <p:ph type="ftr" sz="quarter" idx="15"/>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33AD7FDD-1157-5BB4-4A9F-3F35CE7FF47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9" name="Content Placeholder 9">
            <a:extLst>
              <a:ext uri="{FF2B5EF4-FFF2-40B4-BE49-F238E27FC236}">
                <a16:creationId xmlns:a16="http://schemas.microsoft.com/office/drawing/2014/main" id="{205AA2D5-1683-397E-F373-FD43CF41C356}"/>
              </a:ext>
            </a:extLst>
          </p:cNvPr>
          <p:cNvSpPr>
            <a:spLocks noGrp="1"/>
          </p:cNvSpPr>
          <p:nvPr>
            <p:ph sz="quarter" idx="17" hasCustomPrompt="1"/>
          </p:nvPr>
        </p:nvSpPr>
        <p:spPr>
          <a:xfrm>
            <a:off x="274638" y="1192305"/>
            <a:ext cx="6354305" cy="5302119"/>
          </a:xfrm>
        </p:spPr>
        <p:txBody>
          <a:bodyPr anchor="b"/>
          <a:lstStyle>
            <a:lvl1pPr>
              <a:lnSpc>
                <a:spcPct val="85000"/>
              </a:lnSpc>
              <a:defRPr sz="16700">
                <a:gradFill>
                  <a:gsLst>
                    <a:gs pos="0">
                      <a:schemeClr val="accent6"/>
                    </a:gs>
                    <a:gs pos="46000">
                      <a:schemeClr val="accent1"/>
                    </a:gs>
                    <a:gs pos="100000">
                      <a:schemeClr val="accent3">
                        <a:lumMod val="60000"/>
                        <a:lumOff val="40000"/>
                      </a:schemeClr>
                    </a:gs>
                  </a:gsLst>
                  <a:lin ang="4200000" scaled="0"/>
                </a:gradFill>
                <a:latin typeface="+mj-lt"/>
              </a:defRPr>
            </a:lvl1pPr>
          </a:lstStyle>
          <a:p>
            <a:pPr lvl="0"/>
            <a:r>
              <a:rPr lang="en-US"/>
              <a:t>##%</a:t>
            </a:r>
          </a:p>
        </p:txBody>
      </p:sp>
      <p:cxnSp>
        <p:nvCxnSpPr>
          <p:cNvPr id="8" name="Straight Connector 7">
            <a:extLst>
              <a:ext uri="{FF2B5EF4-FFF2-40B4-BE49-F238E27FC236}">
                <a16:creationId xmlns:a16="http://schemas.microsoft.com/office/drawing/2014/main" id="{6A889F67-0B6B-A4B3-54DF-0A8015E5486C}"/>
              </a:ext>
            </a:extLst>
          </p:cNvPr>
          <p:cNvCxnSpPr>
            <a:cxnSpLocks/>
          </p:cNvCxnSpPr>
          <p:nvPr/>
        </p:nvCxnSpPr>
        <p:spPr>
          <a:xfrm flipV="1">
            <a:off x="7083125" y="1192305"/>
            <a:ext cx="0" cy="4711453"/>
          </a:xfrm>
          <a:prstGeom prst="line">
            <a:avLst/>
          </a:prstGeom>
          <a:ln w="6350">
            <a:solidFill>
              <a:schemeClr val="tx1">
                <a:lumMod val="65000"/>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11602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Number Large 3">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6789B03-A237-8E25-DB32-95E92EBCC3A2}"/>
              </a:ext>
            </a:extLst>
          </p:cNvPr>
          <p:cNvSpPr/>
          <p:nvPr/>
        </p:nvSpPr>
        <p:spPr>
          <a:xfrm rot="10800000" flipH="1" flipV="1">
            <a:off x="1175658" y="0"/>
            <a:ext cx="11016342" cy="6858000"/>
          </a:xfrm>
          <a:prstGeom prst="rect">
            <a:avLst/>
          </a:prstGeom>
          <a:gradFill flip="none" rotWithShape="1">
            <a:gsLst>
              <a:gs pos="61500">
                <a:schemeClr val="accent1">
                  <a:alpha val="50000"/>
                </a:schemeClr>
              </a:gs>
              <a:gs pos="40000">
                <a:schemeClr val="accent5">
                  <a:alpha val="50000"/>
                </a:schemeClr>
              </a:gs>
              <a:gs pos="6000">
                <a:schemeClr val="bg2"/>
              </a:gs>
              <a:gs pos="94000">
                <a:schemeClr val="bg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8" name="Rectangle 17">
            <a:extLst>
              <a:ext uri="{FF2B5EF4-FFF2-40B4-BE49-F238E27FC236}">
                <a16:creationId xmlns:a16="http://schemas.microsoft.com/office/drawing/2014/main" id="{7B651B9B-74D4-3A3F-E369-214B13D8B83C}"/>
              </a:ext>
            </a:extLst>
          </p:cNvPr>
          <p:cNvSpPr/>
          <p:nvPr/>
        </p:nvSpPr>
        <p:spPr>
          <a:xfrm rot="16200000" flipV="1">
            <a:off x="6267450" y="933451"/>
            <a:ext cx="6858000" cy="4991099"/>
          </a:xfrm>
          <a:prstGeom prst="rect">
            <a:avLst/>
          </a:prstGeom>
          <a:gradFill>
            <a:gsLst>
              <a:gs pos="3000">
                <a:schemeClr val="accent6">
                  <a:lumMod val="75000"/>
                </a:schemeClr>
              </a:gs>
              <a:gs pos="65000">
                <a:schemeClr val="accent4">
                  <a:lumMod val="50000"/>
                  <a:alpha val="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 name="Rectangle 2">
            <a:extLst>
              <a:ext uri="{FF2B5EF4-FFF2-40B4-BE49-F238E27FC236}">
                <a16:creationId xmlns:a16="http://schemas.microsoft.com/office/drawing/2014/main" id="{81D28BDD-509C-1D92-D003-9C8B1DAEC620}"/>
              </a:ext>
            </a:extLst>
          </p:cNvPr>
          <p:cNvSpPr/>
          <p:nvPr/>
        </p:nvSpPr>
        <p:spPr>
          <a:xfrm flipH="1" flipV="1">
            <a:off x="2764971" y="4219356"/>
            <a:ext cx="9427029" cy="2638644"/>
          </a:xfrm>
          <a:prstGeom prst="rect">
            <a:avLst/>
          </a:prstGeom>
          <a:gradFill flip="none" rotWithShape="1">
            <a:gsLst>
              <a:gs pos="0">
                <a:schemeClr val="accent3"/>
              </a:gs>
              <a:gs pos="52000">
                <a:schemeClr val="bg2">
                  <a:alpha val="0"/>
                </a:schemeClr>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5" name="Rectangle 4">
            <a:extLst>
              <a:ext uri="{FF2B5EF4-FFF2-40B4-BE49-F238E27FC236}">
                <a16:creationId xmlns:a16="http://schemas.microsoft.com/office/drawing/2014/main" id="{826BBCE4-74E2-A371-85F6-5E780BA94CAA}"/>
              </a:ext>
            </a:extLst>
          </p:cNvPr>
          <p:cNvSpPr/>
          <p:nvPr/>
        </p:nvSpPr>
        <p:spPr>
          <a:xfrm flipV="1">
            <a:off x="1524" y="1858018"/>
            <a:ext cx="12188952" cy="4999982"/>
          </a:xfrm>
          <a:prstGeom prst="rect">
            <a:avLst/>
          </a:prstGeom>
          <a:gradFill>
            <a:gsLst>
              <a:gs pos="28000">
                <a:schemeClr val="bg2"/>
              </a:gs>
              <a:gs pos="56000">
                <a:schemeClr val="bg2">
                  <a:alpha val="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4" name="Straight Connector 3">
            <a:extLst>
              <a:ext uri="{FF2B5EF4-FFF2-40B4-BE49-F238E27FC236}">
                <a16:creationId xmlns:a16="http://schemas.microsoft.com/office/drawing/2014/main" id="{6E400EE4-4D39-7F3B-C68E-A9F042877A92}"/>
              </a:ext>
            </a:extLst>
          </p:cNvPr>
          <p:cNvCxnSpPr>
            <a:cxnSpLocks/>
          </p:cNvCxnSpPr>
          <p:nvPr/>
        </p:nvCxnSpPr>
        <p:spPr>
          <a:xfrm flipH="1">
            <a:off x="394716" y="4868150"/>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9" name="Title 10">
            <a:extLst>
              <a:ext uri="{FF2B5EF4-FFF2-40B4-BE49-F238E27FC236}">
                <a16:creationId xmlns:a16="http://schemas.microsoft.com/office/drawing/2014/main" id="{2548AAB2-8D73-965E-CC0B-7865E812CACE}"/>
              </a:ext>
            </a:extLst>
          </p:cNvPr>
          <p:cNvSpPr>
            <a:spLocks noGrp="1"/>
          </p:cNvSpPr>
          <p:nvPr>
            <p:ph type="title"/>
          </p:nvPr>
        </p:nvSpPr>
        <p:spPr>
          <a:xfrm>
            <a:off x="6477001" y="5056104"/>
            <a:ext cx="5320284" cy="1322290"/>
          </a:xfrm>
        </p:spPr>
        <p:txBody>
          <a:bodyPr anchor="t"/>
          <a:lstStyle>
            <a:lvl1pPr algn="r">
              <a:lnSpc>
                <a:spcPct val="120000"/>
              </a:lnSpc>
              <a:spcBef>
                <a:spcPts val="1000"/>
              </a:spcBef>
              <a:defRPr sz="2000">
                <a:latin typeface="+mn-lt"/>
              </a:defRPr>
            </a:lvl1pPr>
          </a:lstStyle>
          <a:p>
            <a:r>
              <a:rPr lang="en-US"/>
              <a:t>Click to edit Master title style</a:t>
            </a:r>
          </a:p>
        </p:txBody>
      </p:sp>
      <p:sp>
        <p:nvSpPr>
          <p:cNvPr id="14" name="Date Placeholder 13">
            <a:extLst>
              <a:ext uri="{FF2B5EF4-FFF2-40B4-BE49-F238E27FC236}">
                <a16:creationId xmlns:a16="http://schemas.microsoft.com/office/drawing/2014/main" id="{459F1889-15CA-49B5-957D-AFEE32125C96}"/>
              </a:ext>
            </a:extLst>
          </p:cNvPr>
          <p:cNvSpPr>
            <a:spLocks noGrp="1"/>
          </p:cNvSpPr>
          <p:nvPr>
            <p:ph type="dt" sz="half" idx="14"/>
          </p:nvPr>
        </p:nvSpPr>
        <p:spPr/>
        <p:txBody>
          <a:bodyPr/>
          <a:lstStyle/>
          <a:p>
            <a:fld id="{7DA2CEDE-2AB4-4FB8-9551-E0AA4222B1A3}" type="datetime1">
              <a:rPr lang="en-US" smtClean="0"/>
              <a:t>3/25/2026</a:t>
            </a:fld>
            <a:endParaRPr lang="en-US"/>
          </a:p>
        </p:txBody>
      </p:sp>
      <p:sp>
        <p:nvSpPr>
          <p:cNvPr id="15" name="Footer Placeholder 14">
            <a:extLst>
              <a:ext uri="{FF2B5EF4-FFF2-40B4-BE49-F238E27FC236}">
                <a16:creationId xmlns:a16="http://schemas.microsoft.com/office/drawing/2014/main" id="{08B8EC79-A8CC-7A55-D80D-9F557250E751}"/>
              </a:ext>
            </a:extLst>
          </p:cNvPr>
          <p:cNvSpPr>
            <a:spLocks noGrp="1"/>
          </p:cNvSpPr>
          <p:nvPr>
            <p:ph type="ftr" sz="quarter" idx="15"/>
          </p:nvPr>
        </p:nvSpPr>
        <p:spPr/>
        <p:txBody>
          <a:bodyPr/>
          <a:lstStyle/>
          <a:p>
            <a:r>
              <a:rPr lang="en-US"/>
              <a:t>Sample Footer Text</a:t>
            </a:r>
          </a:p>
        </p:txBody>
      </p:sp>
      <p:sp>
        <p:nvSpPr>
          <p:cNvPr id="16" name="Slide Number Placeholder 15">
            <a:extLst>
              <a:ext uri="{FF2B5EF4-FFF2-40B4-BE49-F238E27FC236}">
                <a16:creationId xmlns:a16="http://schemas.microsoft.com/office/drawing/2014/main" id="{20317C40-C1F7-2A61-6EFC-9DBC5587444B}"/>
              </a:ext>
            </a:extLst>
          </p:cNvPr>
          <p:cNvSpPr>
            <a:spLocks noGrp="1"/>
          </p:cNvSpPr>
          <p:nvPr>
            <p:ph type="sldNum" sz="quarter" idx="16"/>
          </p:nvPr>
        </p:nvSpPr>
        <p:spPr/>
        <p:txBody>
          <a:bodyPr/>
          <a:lstStyle/>
          <a:p>
            <a:fld id="{5E0677F5-4A8A-4BF1-96BE-3BAE8FBAFE2E}" type="slidenum">
              <a:rPr lang="en-US" smtClean="0"/>
              <a:pPr/>
              <a:t>‹#›</a:t>
            </a:fld>
            <a:endParaRPr lang="en-US"/>
          </a:p>
        </p:txBody>
      </p:sp>
      <p:sp>
        <p:nvSpPr>
          <p:cNvPr id="8" name="Content Placeholder 9">
            <a:extLst>
              <a:ext uri="{FF2B5EF4-FFF2-40B4-BE49-F238E27FC236}">
                <a16:creationId xmlns:a16="http://schemas.microsoft.com/office/drawing/2014/main" id="{D9D57452-6086-AD7E-BB02-6CEEDA958256}"/>
              </a:ext>
            </a:extLst>
          </p:cNvPr>
          <p:cNvSpPr>
            <a:spLocks noGrp="1"/>
          </p:cNvSpPr>
          <p:nvPr>
            <p:ph sz="quarter" idx="17" hasCustomPrompt="1"/>
          </p:nvPr>
        </p:nvSpPr>
        <p:spPr>
          <a:xfrm>
            <a:off x="274638" y="965289"/>
            <a:ext cx="11087974" cy="3423256"/>
          </a:xfrm>
        </p:spPr>
        <p:txBody>
          <a:bodyPr anchor="t"/>
          <a:lstStyle>
            <a:lvl1pPr>
              <a:lnSpc>
                <a:spcPct val="85000"/>
              </a:lnSpc>
              <a:defRPr sz="24400">
                <a:solidFill>
                  <a:schemeClr val="tx1"/>
                </a:solidFill>
                <a:latin typeface="+mj-lt"/>
              </a:defRPr>
            </a:lvl1pPr>
          </a:lstStyle>
          <a:p>
            <a:pPr lvl="0"/>
            <a:r>
              <a:rPr lang="en-US"/>
              <a:t>##%</a:t>
            </a:r>
          </a:p>
        </p:txBody>
      </p:sp>
    </p:spTree>
    <p:extLst>
      <p:ext uri="{BB962C8B-B14F-4D97-AF65-F5344CB8AC3E}">
        <p14:creationId xmlns:p14="http://schemas.microsoft.com/office/powerpoint/2010/main" val="184099132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Number Large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1D28BDD-509C-1D92-D003-9C8B1DAEC620}"/>
              </a:ext>
            </a:extLst>
          </p:cNvPr>
          <p:cNvSpPr/>
          <p:nvPr/>
        </p:nvSpPr>
        <p:spPr>
          <a:xfrm flipH="1" flipV="1">
            <a:off x="-1" y="2200164"/>
            <a:ext cx="12192000" cy="4657836"/>
          </a:xfrm>
          <a:prstGeom prst="rect">
            <a:avLst/>
          </a:prstGeom>
          <a:gradFill>
            <a:gsLst>
              <a:gs pos="0">
                <a:schemeClr val="accent2"/>
              </a:gs>
              <a:gs pos="47000">
                <a:schemeClr val="bg2">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F6789B03-A237-8E25-DB32-95E92EBCC3A2}"/>
              </a:ext>
            </a:extLst>
          </p:cNvPr>
          <p:cNvSpPr/>
          <p:nvPr/>
        </p:nvSpPr>
        <p:spPr>
          <a:xfrm rot="10800000" flipH="1" flipV="1">
            <a:off x="5325644" y="726090"/>
            <a:ext cx="6866356" cy="6131909"/>
          </a:xfrm>
          <a:prstGeom prst="rect">
            <a:avLst/>
          </a:prstGeom>
          <a:gradFill flip="none" rotWithShape="1">
            <a:gsLst>
              <a:gs pos="20000">
                <a:schemeClr val="accent3">
                  <a:lumMod val="60000"/>
                  <a:lumOff val="40000"/>
                  <a:alpha val="67000"/>
                </a:schemeClr>
              </a:gs>
              <a:gs pos="5000">
                <a:schemeClr val="tx2">
                  <a:alpha val="94000"/>
                </a:schemeClr>
              </a:gs>
              <a:gs pos="70000">
                <a:schemeClr val="bg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8" name="Rectangle 17">
            <a:extLst>
              <a:ext uri="{FF2B5EF4-FFF2-40B4-BE49-F238E27FC236}">
                <a16:creationId xmlns:a16="http://schemas.microsoft.com/office/drawing/2014/main" id="{7B651B9B-74D4-3A3F-E369-214B13D8B83C}"/>
              </a:ext>
            </a:extLst>
          </p:cNvPr>
          <p:cNvSpPr/>
          <p:nvPr/>
        </p:nvSpPr>
        <p:spPr>
          <a:xfrm rot="16200000" flipV="1">
            <a:off x="6683189" y="1349189"/>
            <a:ext cx="6858000" cy="4159622"/>
          </a:xfrm>
          <a:prstGeom prst="rect">
            <a:avLst/>
          </a:prstGeom>
          <a:gradFill>
            <a:gsLst>
              <a:gs pos="0">
                <a:schemeClr val="accent1">
                  <a:lumMod val="75000"/>
                </a:schemeClr>
              </a:gs>
              <a:gs pos="63000">
                <a:schemeClr val="bg2">
                  <a:alpha val="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4" name="Straight Connector 3">
            <a:extLst>
              <a:ext uri="{FF2B5EF4-FFF2-40B4-BE49-F238E27FC236}">
                <a16:creationId xmlns:a16="http://schemas.microsoft.com/office/drawing/2014/main" id="{6E400EE4-4D39-7F3B-C68E-A9F042877A92}"/>
              </a:ext>
            </a:extLst>
          </p:cNvPr>
          <p:cNvCxnSpPr>
            <a:cxnSpLocks/>
          </p:cNvCxnSpPr>
          <p:nvPr/>
        </p:nvCxnSpPr>
        <p:spPr>
          <a:xfrm flipH="1">
            <a:off x="394716" y="4876366"/>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8" name="Title 10">
            <a:extLst>
              <a:ext uri="{FF2B5EF4-FFF2-40B4-BE49-F238E27FC236}">
                <a16:creationId xmlns:a16="http://schemas.microsoft.com/office/drawing/2014/main" id="{6E27F960-EB1F-031C-F95C-2380BB06B5E8}"/>
              </a:ext>
            </a:extLst>
          </p:cNvPr>
          <p:cNvSpPr>
            <a:spLocks noGrp="1"/>
          </p:cNvSpPr>
          <p:nvPr>
            <p:ph type="title"/>
          </p:nvPr>
        </p:nvSpPr>
        <p:spPr>
          <a:xfrm>
            <a:off x="1885949" y="5125006"/>
            <a:ext cx="8420100" cy="728222"/>
          </a:xfrm>
        </p:spPr>
        <p:txBody>
          <a:bodyPr anchor="ctr"/>
          <a:lstStyle>
            <a:lvl1pPr algn="ctr">
              <a:lnSpc>
                <a:spcPct val="120000"/>
              </a:lnSpc>
              <a:spcBef>
                <a:spcPts val="1000"/>
              </a:spcBef>
              <a:defRPr sz="2000">
                <a:latin typeface="+mn-lt"/>
              </a:defRPr>
            </a:lvl1pPr>
          </a:lstStyle>
          <a:p>
            <a:r>
              <a:rPr lang="en-US"/>
              <a:t>Click to edit Master title style</a:t>
            </a:r>
          </a:p>
        </p:txBody>
      </p:sp>
      <p:sp>
        <p:nvSpPr>
          <p:cNvPr id="6" name="Content Placeholder 9">
            <a:extLst>
              <a:ext uri="{FF2B5EF4-FFF2-40B4-BE49-F238E27FC236}">
                <a16:creationId xmlns:a16="http://schemas.microsoft.com/office/drawing/2014/main" id="{A34236BC-4366-0C69-F209-C904D38401F8}"/>
              </a:ext>
            </a:extLst>
          </p:cNvPr>
          <p:cNvSpPr>
            <a:spLocks noGrp="1"/>
          </p:cNvSpPr>
          <p:nvPr>
            <p:ph sz="quarter" idx="17" hasCustomPrompt="1"/>
          </p:nvPr>
        </p:nvSpPr>
        <p:spPr>
          <a:xfrm>
            <a:off x="723900" y="726090"/>
            <a:ext cx="10744200" cy="3860382"/>
          </a:xfrm>
        </p:spPr>
        <p:txBody>
          <a:bodyPr anchor="b"/>
          <a:lstStyle>
            <a:lvl1pPr algn="ctr">
              <a:lnSpc>
                <a:spcPct val="85000"/>
              </a:lnSpc>
              <a:defRPr sz="25500">
                <a:solidFill>
                  <a:schemeClr val="tx1"/>
                </a:solidFill>
                <a:latin typeface="+mj-lt"/>
              </a:defRPr>
            </a:lvl1pPr>
          </a:lstStyle>
          <a:p>
            <a:pPr lvl="0"/>
            <a:r>
              <a:rPr lang="en-US"/>
              <a:t>##%</a:t>
            </a:r>
          </a:p>
        </p:txBody>
      </p:sp>
      <p:cxnSp>
        <p:nvCxnSpPr>
          <p:cNvPr id="14" name="Straight Connector 13">
            <a:extLst>
              <a:ext uri="{FF2B5EF4-FFF2-40B4-BE49-F238E27FC236}">
                <a16:creationId xmlns:a16="http://schemas.microsoft.com/office/drawing/2014/main" id="{417591FD-2E75-A22D-FBA7-02D7E815F645}"/>
              </a:ext>
            </a:extLst>
          </p:cNvPr>
          <p:cNvCxnSpPr>
            <a:cxnSpLocks/>
          </p:cNvCxnSpPr>
          <p:nvPr/>
        </p:nvCxnSpPr>
        <p:spPr>
          <a:xfrm flipH="1">
            <a:off x="394716" y="6091872"/>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15" name="Date Placeholder 14">
            <a:extLst>
              <a:ext uri="{FF2B5EF4-FFF2-40B4-BE49-F238E27FC236}">
                <a16:creationId xmlns:a16="http://schemas.microsoft.com/office/drawing/2014/main" id="{38FB55F3-AB08-16DF-AAC9-DD747B27C4E2}"/>
              </a:ext>
            </a:extLst>
          </p:cNvPr>
          <p:cNvSpPr>
            <a:spLocks noGrp="1"/>
          </p:cNvSpPr>
          <p:nvPr>
            <p:ph type="dt" sz="half" idx="14"/>
          </p:nvPr>
        </p:nvSpPr>
        <p:spPr>
          <a:xfrm>
            <a:off x="301752" y="6286290"/>
            <a:ext cx="1759288" cy="365760"/>
          </a:xfrm>
        </p:spPr>
        <p:txBody>
          <a:bodyPr/>
          <a:lstStyle/>
          <a:p>
            <a:fld id="{7DA2CEDE-2AB4-4FB8-9551-E0AA4222B1A3}" type="datetime1">
              <a:rPr lang="en-US" smtClean="0"/>
              <a:t>3/25/2026</a:t>
            </a:fld>
            <a:endParaRPr lang="en-US"/>
          </a:p>
        </p:txBody>
      </p:sp>
      <p:sp>
        <p:nvSpPr>
          <p:cNvPr id="16" name="Footer Placeholder 15">
            <a:extLst>
              <a:ext uri="{FF2B5EF4-FFF2-40B4-BE49-F238E27FC236}">
                <a16:creationId xmlns:a16="http://schemas.microsoft.com/office/drawing/2014/main" id="{E16155A7-4EE1-631B-DE09-AD84BEA5F71F}"/>
              </a:ext>
            </a:extLst>
          </p:cNvPr>
          <p:cNvSpPr>
            <a:spLocks noGrp="1"/>
          </p:cNvSpPr>
          <p:nvPr>
            <p:ph type="ftr" sz="quarter" idx="15"/>
          </p:nvPr>
        </p:nvSpPr>
        <p:spPr>
          <a:xfrm>
            <a:off x="7622485" y="6286290"/>
            <a:ext cx="2509284" cy="365760"/>
          </a:xfrm>
        </p:spPr>
        <p:txBody>
          <a:bodyPr/>
          <a:lstStyle/>
          <a:p>
            <a:r>
              <a:rPr lang="en-US"/>
              <a:t>Sample Footer Text</a:t>
            </a:r>
          </a:p>
        </p:txBody>
      </p:sp>
      <p:sp>
        <p:nvSpPr>
          <p:cNvPr id="17" name="Slide Number Placeholder 16">
            <a:extLst>
              <a:ext uri="{FF2B5EF4-FFF2-40B4-BE49-F238E27FC236}">
                <a16:creationId xmlns:a16="http://schemas.microsoft.com/office/drawing/2014/main" id="{5711E54C-F006-9166-CC7B-F217541169AB}"/>
              </a:ext>
            </a:extLst>
          </p:cNvPr>
          <p:cNvSpPr>
            <a:spLocks noGrp="1"/>
          </p:cNvSpPr>
          <p:nvPr>
            <p:ph type="sldNum" sz="quarter" idx="16"/>
          </p:nvPr>
        </p:nvSpPr>
        <p:spPr>
          <a:xfrm>
            <a:off x="11300323" y="6286290"/>
            <a:ext cx="605475" cy="365760"/>
          </a:xfrm>
        </p:spPr>
        <p:txBody>
          <a:bodyPr/>
          <a:lstStyle/>
          <a:p>
            <a:fld id="{5E0677F5-4A8A-4BF1-96BE-3BAE8FBAFE2E}" type="slidenum">
              <a:rPr lang="en-US" smtClean="0"/>
              <a:pPr/>
              <a:t>‹#›</a:t>
            </a:fld>
            <a:endParaRPr lang="en-US"/>
          </a:p>
        </p:txBody>
      </p:sp>
    </p:spTree>
    <p:extLst>
      <p:ext uri="{BB962C8B-B14F-4D97-AF65-F5344CB8AC3E}">
        <p14:creationId xmlns:p14="http://schemas.microsoft.com/office/powerpoint/2010/main" val="236767985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Statement">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BED7B15-76E6-E98E-A0BB-6188FC145CDD}"/>
              </a:ext>
            </a:extLst>
          </p:cNvPr>
          <p:cNvSpPr/>
          <p:nvPr/>
        </p:nvSpPr>
        <p:spPr>
          <a:xfrm rot="10800000" flipH="1">
            <a:off x="-1" y="0"/>
            <a:ext cx="12192002" cy="6858000"/>
          </a:xfrm>
          <a:prstGeom prst="rect">
            <a:avLst/>
          </a:prstGeom>
          <a:gradFill flip="none" rotWithShape="1">
            <a:gsLst>
              <a:gs pos="50000">
                <a:schemeClr val="accent3">
                  <a:lumMod val="60000"/>
                  <a:lumOff val="40000"/>
                  <a:alpha val="75000"/>
                </a:schemeClr>
              </a:gs>
              <a:gs pos="0">
                <a:schemeClr val="accent1">
                  <a:lumMod val="50000"/>
                </a:schemeClr>
              </a:gs>
              <a:gs pos="100000">
                <a:schemeClr val="accent4">
                  <a:lumMod val="50000"/>
                </a:schemeClr>
              </a:gs>
              <a:gs pos="85000">
                <a:schemeClr val="accent2">
                  <a:lumMod val="75000"/>
                </a:schemeClr>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3602343-A974-BE4B-41E6-58237921FB4D}"/>
              </a:ext>
            </a:extLst>
          </p:cNvPr>
          <p:cNvSpPr/>
          <p:nvPr/>
        </p:nvSpPr>
        <p:spPr>
          <a:xfrm flipH="1">
            <a:off x="3683466" y="0"/>
            <a:ext cx="8508534" cy="6858000"/>
          </a:xfrm>
          <a:prstGeom prst="rect">
            <a:avLst/>
          </a:prstGeom>
          <a:gradFill flip="none" rotWithShape="1">
            <a:gsLst>
              <a:gs pos="6000">
                <a:schemeClr val="accent3">
                  <a:lumMod val="40000"/>
                  <a:lumOff val="60000"/>
                </a:schemeClr>
              </a:gs>
              <a:gs pos="73000">
                <a:schemeClr val="accent3">
                  <a:alpha val="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51022E84-7D91-EFA0-CBCA-F9AC98E6181F}"/>
              </a:ext>
            </a:extLst>
          </p:cNvPr>
          <p:cNvSpPr/>
          <p:nvPr/>
        </p:nvSpPr>
        <p:spPr>
          <a:xfrm rot="5400000">
            <a:off x="1670408" y="-1670408"/>
            <a:ext cx="7492544" cy="10833360"/>
          </a:xfrm>
          <a:prstGeom prst="rect">
            <a:avLst/>
          </a:prstGeom>
          <a:gradFill flip="none" rotWithShape="1">
            <a:gsLst>
              <a:gs pos="58000">
                <a:schemeClr val="accent2">
                  <a:alpha val="0"/>
                </a:schemeClr>
              </a:gs>
              <a:gs pos="98000">
                <a:schemeClr val="accent6">
                  <a:lumMod val="7500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67344"/>
          </a:xfrm>
        </p:spPr>
        <p:txBody>
          <a:bodyPr/>
          <a:lstStyle/>
          <a:p>
            <a:r>
              <a:rPr lang="en-US"/>
              <a:t>Click to edit Master title style</a:t>
            </a:r>
          </a:p>
        </p:txBody>
      </p:sp>
      <p:sp>
        <p:nvSpPr>
          <p:cNvPr id="3" name="Rectangle 2">
            <a:extLst>
              <a:ext uri="{FF2B5EF4-FFF2-40B4-BE49-F238E27FC236}">
                <a16:creationId xmlns:a16="http://schemas.microsoft.com/office/drawing/2014/main" id="{67DA0DC0-3518-750A-3821-192C03B2D059}"/>
              </a:ext>
            </a:extLst>
          </p:cNvPr>
          <p:cNvSpPr/>
          <p:nvPr/>
        </p:nvSpPr>
        <p:spPr>
          <a:xfrm rot="10800000">
            <a:off x="5031742" y="-20336"/>
            <a:ext cx="7160258" cy="6878336"/>
          </a:xfrm>
          <a:prstGeom prst="rect">
            <a:avLst/>
          </a:prstGeom>
          <a:gradFill>
            <a:gsLst>
              <a:gs pos="30000">
                <a:schemeClr val="accent4">
                  <a:lumMod val="60000"/>
                  <a:lumOff val="40000"/>
                  <a:alpha val="0"/>
                </a:schemeClr>
              </a:gs>
              <a:gs pos="89000">
                <a:schemeClr val="bg2"/>
              </a:gs>
            </a:gsLst>
            <a:lin ang="9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5B402F4-533A-849C-ACAD-039056A5D174}"/>
              </a:ext>
            </a:extLst>
          </p:cNvPr>
          <p:cNvSpPr/>
          <p:nvPr/>
        </p:nvSpPr>
        <p:spPr>
          <a:xfrm flipH="1">
            <a:off x="8961" y="2704579"/>
            <a:ext cx="12183038" cy="4153421"/>
          </a:xfrm>
          <a:prstGeom prst="rect">
            <a:avLst/>
          </a:prstGeom>
          <a:gradFill flip="none" rotWithShape="1">
            <a:gsLst>
              <a:gs pos="20000">
                <a:schemeClr val="accent1">
                  <a:alpha val="0"/>
                </a:schemeClr>
              </a:gs>
              <a:gs pos="68000">
                <a:schemeClr val="bg2">
                  <a:alpha val="67000"/>
                </a:schemeClr>
              </a:gs>
              <a:gs pos="90000">
                <a:schemeClr val="bg2"/>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02E0CC3F-E257-4F6E-9E6A-B96D887699EC}" type="datetime1">
              <a:rPr lang="en-US" smtClean="0"/>
              <a:t>3/25/2026</a:t>
            </a:fld>
            <a:endParaRPr lang="en-US"/>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0" name="Content Placeholder 9">
            <a:extLst>
              <a:ext uri="{FF2B5EF4-FFF2-40B4-BE49-F238E27FC236}">
                <a16:creationId xmlns:a16="http://schemas.microsoft.com/office/drawing/2014/main" id="{88124DA4-1249-371C-65BA-0AAC0239D4C1}"/>
              </a:ext>
            </a:extLst>
          </p:cNvPr>
          <p:cNvSpPr>
            <a:spLocks noGrp="1"/>
          </p:cNvSpPr>
          <p:nvPr>
            <p:ph sz="quarter" idx="17" hasCustomPrompt="1"/>
          </p:nvPr>
        </p:nvSpPr>
        <p:spPr>
          <a:xfrm>
            <a:off x="274320" y="2704946"/>
            <a:ext cx="9801225" cy="3538538"/>
          </a:xfrm>
        </p:spPr>
        <p:txBody>
          <a:bodyPr anchor="b"/>
          <a:lstStyle>
            <a:lvl1pPr>
              <a:lnSpc>
                <a:spcPct val="100000"/>
              </a:lnSpc>
              <a:defRPr sz="5400"/>
            </a:lvl1pPr>
            <a:lvl2pPr>
              <a:lnSpc>
                <a:spcPct val="100000"/>
              </a:lnSpc>
              <a:defRPr sz="4800"/>
            </a:lvl2pPr>
            <a:lvl3pPr>
              <a:lnSpc>
                <a:spcPct val="100000"/>
              </a:lnSpc>
              <a:defRPr sz="4400"/>
            </a:lvl3pPr>
            <a:lvl4pPr>
              <a:lnSpc>
                <a:spcPct val="100000"/>
              </a:lnSpc>
              <a:defRPr sz="4000"/>
            </a:lvl4pPr>
            <a:lvl5pPr>
              <a:lnSpc>
                <a:spcPct val="100000"/>
              </a:lnSpc>
              <a:defRPr sz="3600"/>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5494267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p:cSld name="Statement 2">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D2CF1CF0-C3ED-5EA1-C726-EBAC66FC459E}"/>
              </a:ext>
            </a:extLst>
          </p:cNvPr>
          <p:cNvGrpSpPr/>
          <p:nvPr/>
        </p:nvGrpSpPr>
        <p:grpSpPr>
          <a:xfrm rot="10800000">
            <a:off x="1" y="0"/>
            <a:ext cx="12190476" cy="6858000"/>
            <a:chOff x="-9781" y="3912"/>
            <a:chExt cx="12211365" cy="6858000"/>
          </a:xfrm>
        </p:grpSpPr>
        <p:sp>
          <p:nvSpPr>
            <p:cNvPr id="5" name="Rectangle 4">
              <a:extLst>
                <a:ext uri="{FF2B5EF4-FFF2-40B4-BE49-F238E27FC236}">
                  <a16:creationId xmlns:a16="http://schemas.microsoft.com/office/drawing/2014/main" id="{09BA6A3A-21BC-BCE6-BC2B-B42FA75A49EF}"/>
                </a:ext>
              </a:extLst>
            </p:cNvPr>
            <p:cNvSpPr/>
            <p:nvPr/>
          </p:nvSpPr>
          <p:spPr>
            <a:xfrm>
              <a:off x="-9780" y="3912"/>
              <a:ext cx="1220983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Rectangle 9">
              <a:extLst>
                <a:ext uri="{FF2B5EF4-FFF2-40B4-BE49-F238E27FC236}">
                  <a16:creationId xmlns:a16="http://schemas.microsoft.com/office/drawing/2014/main" id="{2FB24053-097C-6D55-5E0C-0603408E5C88}"/>
                </a:ext>
              </a:extLst>
            </p:cNvPr>
            <p:cNvSpPr/>
            <p:nvPr/>
          </p:nvSpPr>
          <p:spPr>
            <a:xfrm rot="5400000" flipH="1">
              <a:off x="2666140" y="-2672008"/>
              <a:ext cx="6857996" cy="12209838"/>
            </a:xfrm>
            <a:prstGeom prst="rect">
              <a:avLst/>
            </a:prstGeom>
            <a:gradFill>
              <a:gsLst>
                <a:gs pos="0">
                  <a:schemeClr val="accent3">
                    <a:lumMod val="60000"/>
                    <a:lumOff val="40000"/>
                  </a:schemeClr>
                </a:gs>
                <a:gs pos="65000">
                  <a:schemeClr val="accent1">
                    <a:lumMod val="75000"/>
                    <a:alpha val="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67536FF5-9154-5325-5E33-F0EC96653800}"/>
                </a:ext>
              </a:extLst>
            </p:cNvPr>
            <p:cNvSpPr/>
            <p:nvPr/>
          </p:nvSpPr>
          <p:spPr>
            <a:xfrm rot="16200000" flipH="1">
              <a:off x="2666139" y="-2672007"/>
              <a:ext cx="6858000" cy="12209838"/>
            </a:xfrm>
            <a:prstGeom prst="rect">
              <a:avLst/>
            </a:prstGeom>
            <a:gradFill flip="none" rotWithShape="1">
              <a:gsLst>
                <a:gs pos="0">
                  <a:schemeClr val="accent1">
                    <a:lumMod val="75000"/>
                  </a:schemeClr>
                </a:gs>
                <a:gs pos="32000">
                  <a:schemeClr val="accent5">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4BFC185B-E462-A41C-3F22-C8625064206D}"/>
                </a:ext>
              </a:extLst>
            </p:cNvPr>
            <p:cNvSpPr/>
            <p:nvPr/>
          </p:nvSpPr>
          <p:spPr>
            <a:xfrm rot="5400000">
              <a:off x="4173989" y="-1164157"/>
              <a:ext cx="3842298" cy="12209838"/>
            </a:xfrm>
            <a:prstGeom prst="rect">
              <a:avLst/>
            </a:prstGeom>
            <a:gradFill>
              <a:gsLst>
                <a:gs pos="0">
                  <a:schemeClr val="accent6"/>
                </a:gs>
                <a:gs pos="48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Rectangle 12">
              <a:extLst>
                <a:ext uri="{FF2B5EF4-FFF2-40B4-BE49-F238E27FC236}">
                  <a16:creationId xmlns:a16="http://schemas.microsoft.com/office/drawing/2014/main" id="{F49986CB-27CC-E8D1-6341-4F461EB28D7D}"/>
                </a:ext>
                <a:ext uri="{C183D7F6-B498-43B3-948B-1728B52AA6E4}">
                  <adec:decorative xmlns:adec="http://schemas.microsoft.com/office/drawing/2017/decorative" val="1"/>
                </a:ext>
              </a:extLst>
            </p:cNvPr>
            <p:cNvSpPr/>
            <p:nvPr/>
          </p:nvSpPr>
          <p:spPr>
            <a:xfrm flipH="1">
              <a:off x="5681150" y="3912"/>
              <a:ext cx="6520434" cy="6858000"/>
            </a:xfrm>
            <a:prstGeom prst="rect">
              <a:avLst/>
            </a:prstGeom>
            <a:gradFill flip="none" rotWithShape="1">
              <a:gsLst>
                <a:gs pos="8000">
                  <a:schemeClr val="bg2"/>
                </a:gs>
                <a:gs pos="71000">
                  <a:schemeClr val="accent6">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67344"/>
          </a:xfrm>
        </p:spPr>
        <p:txBody>
          <a:bodyPr/>
          <a:lstStyle/>
          <a:p>
            <a:r>
              <a:rPr lang="en-US"/>
              <a:t>Click to edit Master title style</a:t>
            </a:r>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BBFD9073-9E84-4C56-B5C8-FA6026186803}" type="datetime1">
              <a:rPr lang="en-US" smtClean="0"/>
              <a:t>3/25/2026</a:t>
            </a:fld>
            <a:endParaRPr lang="en-US"/>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66900" y="1926628"/>
            <a:ext cx="8420099" cy="3229900"/>
          </a:xfrm>
        </p:spPr>
        <p:txBody>
          <a:bodyPr anchor="ctr">
            <a:normAutofit/>
          </a:bodyPr>
          <a:lstStyle>
            <a:lvl1pPr marL="0" indent="0" algn="ctr">
              <a:lnSpc>
                <a:spcPct val="100000"/>
              </a:lnSpc>
              <a:buNone/>
              <a:defRPr sz="5400" b="0">
                <a:solidFill>
                  <a:schemeClr val="tx1"/>
                </a:solidFill>
              </a:defRPr>
            </a:lvl1pPr>
            <a:lvl2pPr marL="228600" indent="0" algn="ctr">
              <a:lnSpc>
                <a:spcPct val="100000"/>
              </a:lnSpc>
              <a:buNone/>
              <a:defRPr sz="4800" b="0">
                <a:solidFill>
                  <a:schemeClr val="tx1"/>
                </a:solidFill>
              </a:defRPr>
            </a:lvl2pPr>
            <a:lvl3pPr marL="457200" indent="0" algn="ctr">
              <a:lnSpc>
                <a:spcPct val="100000"/>
              </a:lnSpc>
              <a:buNone/>
              <a:defRPr sz="4400" b="0">
                <a:solidFill>
                  <a:schemeClr val="tx1"/>
                </a:solidFill>
              </a:defRPr>
            </a:lvl3pPr>
            <a:lvl4pPr marL="685800" indent="0" algn="ctr">
              <a:lnSpc>
                <a:spcPct val="100000"/>
              </a:lnSpc>
              <a:buNone/>
              <a:defRPr sz="4000" b="0">
                <a:solidFill>
                  <a:schemeClr val="tx1"/>
                </a:solidFill>
              </a:defRPr>
            </a:lvl4pPr>
            <a:lvl5pPr marL="914400" indent="0" algn="ctr">
              <a:lnSpc>
                <a:spcPct val="100000"/>
              </a:lnSpc>
              <a:buNone/>
              <a:defRPr sz="3600" b="0">
                <a:solidFill>
                  <a:schemeClr val="tx1"/>
                </a:solidFill>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788033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Statemen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FC5C2AD-3C50-C089-D649-A6D2273BB610}"/>
              </a:ext>
            </a:extLst>
          </p:cNvPr>
          <p:cNvSpPr/>
          <p:nvPr/>
        </p:nvSpPr>
        <p:spPr>
          <a:xfrm rot="16200000" flipH="1">
            <a:off x="5328160" y="-27729"/>
            <a:ext cx="1537858" cy="12189821"/>
          </a:xfrm>
          <a:prstGeom prst="rect">
            <a:avLst/>
          </a:prstGeom>
          <a:gradFill>
            <a:gsLst>
              <a:gs pos="38000">
                <a:schemeClr val="accent1">
                  <a:lumMod val="75000"/>
                  <a:alpha val="0"/>
                </a:schemeClr>
              </a:gs>
              <a:gs pos="96000">
                <a:schemeClr val="accent3">
                  <a:lumMod val="60000"/>
                  <a:lumOff val="4000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67344"/>
          </a:xfrm>
        </p:spPr>
        <p:txBody>
          <a:bodyPr/>
          <a:lstStyle/>
          <a:p>
            <a:r>
              <a:rPr lang="en-US"/>
              <a:t>Click to edit Master title style</a:t>
            </a:r>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7FD71008-F1A2-4E65-9AFD-4970D8007661}" type="datetime1">
              <a:rPr lang="en-US" smtClean="0"/>
              <a:t>3/25/2026</a:t>
            </a:fld>
            <a:endParaRPr lang="en-US"/>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0" name="Rectangle 9">
            <a:extLst>
              <a:ext uri="{FF2B5EF4-FFF2-40B4-BE49-F238E27FC236}">
                <a16:creationId xmlns:a16="http://schemas.microsoft.com/office/drawing/2014/main" id="{B6061286-C2FC-AEA2-F983-2178EAD2A63F}"/>
              </a:ext>
            </a:extLst>
          </p:cNvPr>
          <p:cNvSpPr/>
          <p:nvPr/>
        </p:nvSpPr>
        <p:spPr>
          <a:xfrm flipH="1" flipV="1">
            <a:off x="-3" y="2058528"/>
            <a:ext cx="8585201" cy="4799472"/>
          </a:xfrm>
          <a:prstGeom prst="rect">
            <a:avLst/>
          </a:prstGeom>
          <a:gradFill flip="none" rotWithShape="1">
            <a:gsLst>
              <a:gs pos="69000">
                <a:schemeClr val="accent1">
                  <a:alpha val="0"/>
                </a:schemeClr>
              </a:gs>
              <a:gs pos="30000">
                <a:schemeClr val="accent3">
                  <a:lumMod val="60000"/>
                  <a:lumOff val="40000"/>
                  <a:alpha val="47000"/>
                </a:schemeClr>
              </a:gs>
              <a:gs pos="0">
                <a:schemeClr val="tx1">
                  <a:alpha val="88000"/>
                </a:schemeClr>
              </a:gs>
              <a:gs pos="100000">
                <a:schemeClr val="bg2">
                  <a:alpha val="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id="{94C601D0-F929-5C7E-ABB1-EDAE306F5314}"/>
              </a:ext>
            </a:extLst>
          </p:cNvPr>
          <p:cNvSpPr/>
          <p:nvPr/>
        </p:nvSpPr>
        <p:spPr>
          <a:xfrm>
            <a:off x="0" y="5298252"/>
            <a:ext cx="11044517" cy="1559747"/>
          </a:xfrm>
          <a:prstGeom prst="rect">
            <a:avLst/>
          </a:prstGeom>
          <a:gradFill>
            <a:gsLst>
              <a:gs pos="36000">
                <a:schemeClr val="accent6">
                  <a:alpha val="0"/>
                </a:schemeClr>
              </a:gs>
              <a:gs pos="91000">
                <a:schemeClr val="bg2"/>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BEF0725A-63D2-3C07-3E64-787784EF748D}"/>
              </a:ext>
            </a:extLst>
          </p:cNvPr>
          <p:cNvSpPr/>
          <p:nvPr/>
        </p:nvSpPr>
        <p:spPr>
          <a:xfrm>
            <a:off x="-1" y="1719695"/>
            <a:ext cx="12189822" cy="357855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274320" y="952500"/>
            <a:ext cx="9296400" cy="3578557"/>
          </a:xfrm>
        </p:spPr>
        <p:txBody>
          <a:bodyPr anchor="t">
            <a:noAutofit/>
          </a:bodyPr>
          <a:lstStyle>
            <a:lvl1pPr marL="0" indent="0">
              <a:lnSpc>
                <a:spcPct val="100000"/>
              </a:lnSpc>
              <a:buNone/>
              <a:defRPr sz="5000" b="0">
                <a:solidFill>
                  <a:schemeClr val="tx1"/>
                </a:solidFill>
              </a:defRPr>
            </a:lvl1pPr>
            <a:lvl2pPr marL="228600" indent="0">
              <a:lnSpc>
                <a:spcPct val="100000"/>
              </a:lnSpc>
              <a:buNone/>
              <a:defRPr sz="4400" b="0">
                <a:solidFill>
                  <a:schemeClr val="tx1"/>
                </a:solidFill>
              </a:defRPr>
            </a:lvl2pPr>
            <a:lvl3pPr marL="457200" indent="0">
              <a:lnSpc>
                <a:spcPct val="100000"/>
              </a:lnSpc>
              <a:buNone/>
              <a:defRPr sz="3200" b="0">
                <a:solidFill>
                  <a:schemeClr val="tx1"/>
                </a:solidFill>
              </a:defRPr>
            </a:lvl3pPr>
            <a:lvl4pPr marL="685800" indent="0">
              <a:lnSpc>
                <a:spcPct val="100000"/>
              </a:lnSpc>
              <a:buNone/>
              <a:defRPr sz="3200" b="0">
                <a:solidFill>
                  <a:schemeClr val="tx1"/>
                </a:solidFill>
              </a:defRPr>
            </a:lvl4pPr>
            <a:lvl5pPr marL="914400" indent="0">
              <a:lnSpc>
                <a:spcPct val="100000"/>
              </a:lnSpc>
              <a:buNone/>
              <a:defRPr sz="3200" b="0">
                <a:solidFill>
                  <a:schemeClr val="tx1"/>
                </a:solidFill>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2462856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Statem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67344"/>
          </a:xfrm>
        </p:spPr>
        <p:txBody>
          <a:bodyPr/>
          <a:lstStyle/>
          <a:p>
            <a:r>
              <a:rPr lang="en-US"/>
              <a:t>Click to edit Master title style</a:t>
            </a:r>
          </a:p>
        </p:txBody>
      </p:sp>
      <p:sp>
        <p:nvSpPr>
          <p:cNvPr id="13" name="Rectangle 12">
            <a:extLst>
              <a:ext uri="{FF2B5EF4-FFF2-40B4-BE49-F238E27FC236}">
                <a16:creationId xmlns:a16="http://schemas.microsoft.com/office/drawing/2014/main" id="{F49986CB-27CC-E8D1-6341-4F461EB28D7D}"/>
              </a:ext>
              <a:ext uri="{C183D7F6-B498-43B3-948B-1728B52AA6E4}">
                <adec:decorative xmlns:adec="http://schemas.microsoft.com/office/drawing/2017/decorative" val="1"/>
              </a:ext>
            </a:extLst>
          </p:cNvPr>
          <p:cNvSpPr/>
          <p:nvPr/>
        </p:nvSpPr>
        <p:spPr>
          <a:xfrm flipH="1">
            <a:off x="8055" y="3"/>
            <a:ext cx="5597866" cy="6857997"/>
          </a:xfrm>
          <a:prstGeom prst="rect">
            <a:avLst/>
          </a:prstGeom>
          <a:gradFill flip="none" rotWithShape="1">
            <a:gsLst>
              <a:gs pos="1149">
                <a:schemeClr val="bg2">
                  <a:alpha val="0"/>
                </a:schemeClr>
              </a:gs>
              <a:gs pos="31000">
                <a:schemeClr val="bg2"/>
              </a:gs>
              <a:gs pos="78000">
                <a:schemeClr val="accent6">
                  <a:alpha val="0"/>
                </a:schemeClr>
              </a:gs>
            </a:gsLst>
            <a:path path="circle">
              <a:fillToRect l="100000" t="100000"/>
            </a:path>
            <a:tileRect r="-100000" b="-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FB24053-097C-6D55-5E0C-0603408E5C88}"/>
              </a:ext>
            </a:extLst>
          </p:cNvPr>
          <p:cNvSpPr/>
          <p:nvPr userDrawn="1"/>
        </p:nvSpPr>
        <p:spPr>
          <a:xfrm rot="16200000" flipH="1">
            <a:off x="-801968" y="801971"/>
            <a:ext cx="6647886" cy="5043946"/>
          </a:xfrm>
          <a:prstGeom prst="rect">
            <a:avLst/>
          </a:prstGeom>
          <a:gradFill flip="none" rotWithShape="1">
            <a:gsLst>
              <a:gs pos="0">
                <a:schemeClr val="accent3">
                  <a:lumMod val="60000"/>
                  <a:lumOff val="40000"/>
                </a:schemeClr>
              </a:gs>
              <a:gs pos="64000">
                <a:schemeClr val="accent1">
                  <a:lumMod val="75000"/>
                  <a:alpha val="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35CFC7E7-57B7-4617-A947-41F006E88028}" type="datetime1">
              <a:rPr lang="en-US" smtClean="0"/>
              <a:t>3/25/2026</a:t>
            </a:fld>
            <a:endParaRPr lang="en-US"/>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a:xfrm>
            <a:off x="5212080" y="210114"/>
            <a:ext cx="2509284"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3" name="Rectangle 2">
            <a:extLst>
              <a:ext uri="{FF2B5EF4-FFF2-40B4-BE49-F238E27FC236}">
                <a16:creationId xmlns:a16="http://schemas.microsoft.com/office/drawing/2014/main" id="{B3000478-6B9C-F9F2-C4B5-C9452F94C79C}"/>
              </a:ext>
            </a:extLst>
          </p:cNvPr>
          <p:cNvSpPr/>
          <p:nvPr userDrawn="1"/>
        </p:nvSpPr>
        <p:spPr>
          <a:xfrm rot="5400000" flipH="1">
            <a:off x="-433217" y="436937"/>
            <a:ext cx="6838297" cy="6003826"/>
          </a:xfrm>
          <a:prstGeom prst="rect">
            <a:avLst/>
          </a:prstGeom>
          <a:gradFill flip="none" rotWithShape="1">
            <a:gsLst>
              <a:gs pos="23000">
                <a:schemeClr val="bg2"/>
              </a:gs>
              <a:gs pos="55000">
                <a:schemeClr val="bg2">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67536FF5-9154-5325-5E33-F0EC96653800}"/>
              </a:ext>
            </a:extLst>
          </p:cNvPr>
          <p:cNvSpPr/>
          <p:nvPr userDrawn="1"/>
        </p:nvSpPr>
        <p:spPr>
          <a:xfrm rot="5400000" flipH="1">
            <a:off x="3491683" y="1418303"/>
            <a:ext cx="1932033" cy="8947354"/>
          </a:xfrm>
          <a:prstGeom prst="rect">
            <a:avLst/>
          </a:prstGeom>
          <a:gradFill flip="none" rotWithShape="1">
            <a:gsLst>
              <a:gs pos="0">
                <a:schemeClr val="accent4"/>
              </a:gs>
              <a:gs pos="53000">
                <a:schemeClr val="bg2">
                  <a:alpha val="0"/>
                </a:schemeClr>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Content Placeholder 9">
            <a:extLst>
              <a:ext uri="{FF2B5EF4-FFF2-40B4-BE49-F238E27FC236}">
                <a16:creationId xmlns:a16="http://schemas.microsoft.com/office/drawing/2014/main" id="{9EC4EF12-D46B-1903-6274-05152A8CAB65}"/>
              </a:ext>
            </a:extLst>
          </p:cNvPr>
          <p:cNvSpPr>
            <a:spLocks noGrp="1"/>
          </p:cNvSpPr>
          <p:nvPr>
            <p:ph sz="quarter" idx="17" hasCustomPrompt="1"/>
          </p:nvPr>
        </p:nvSpPr>
        <p:spPr>
          <a:xfrm>
            <a:off x="5212080" y="762000"/>
            <a:ext cx="5717459" cy="5334000"/>
          </a:xfrm>
        </p:spPr>
        <p:txBody>
          <a:bodyPr anchor="t">
            <a:normAutofit/>
          </a:bodyPr>
          <a:lstStyle>
            <a:lvl1pPr>
              <a:lnSpc>
                <a:spcPct val="100000"/>
              </a:lnSpc>
              <a:defRPr sz="4800"/>
            </a:lvl1pPr>
            <a:lvl2pPr>
              <a:lnSpc>
                <a:spcPct val="100000"/>
              </a:lnSpc>
              <a:defRPr sz="4400"/>
            </a:lvl2pPr>
            <a:lvl3pPr>
              <a:lnSpc>
                <a:spcPct val="100000"/>
              </a:lnSpc>
              <a:defRPr sz="4000"/>
            </a:lvl3pPr>
            <a:lvl4pPr>
              <a:lnSpc>
                <a:spcPct val="100000"/>
              </a:lnSpc>
              <a:defRPr sz="3600"/>
            </a:lvl4pPr>
            <a:lvl5pPr>
              <a:lnSpc>
                <a:spcPct val="100000"/>
              </a:lnSpc>
              <a:defRPr sz="3200"/>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6267140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008CFE4-4AC8-17F9-C6E2-22D96CF81069}"/>
              </a:ext>
            </a:extLst>
          </p:cNvPr>
          <p:cNvSpPr/>
          <p:nvPr/>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Rectangle 7">
            <a:extLst>
              <a:ext uri="{FF2B5EF4-FFF2-40B4-BE49-F238E27FC236}">
                <a16:creationId xmlns:a16="http://schemas.microsoft.com/office/drawing/2014/main" id="{8B774BFB-EECC-C995-E701-4CCEB032FCDB}"/>
              </a:ext>
              <a:ext uri="{C183D7F6-B498-43B3-948B-1728B52AA6E4}">
                <adec:decorative xmlns:adec="http://schemas.microsoft.com/office/drawing/2017/decorative" val="1"/>
              </a:ext>
            </a:extLst>
          </p:cNvPr>
          <p:cNvSpPr/>
          <p:nvPr/>
        </p:nvSpPr>
        <p:spPr>
          <a:xfrm>
            <a:off x="0" y="3861412"/>
            <a:ext cx="12192000" cy="3010777"/>
          </a:xfrm>
          <a:prstGeom prst="rect">
            <a:avLst/>
          </a:prstGeom>
          <a:gradFill flip="none" rotWithShape="1">
            <a:gsLst>
              <a:gs pos="0">
                <a:schemeClr val="accent3">
                  <a:lumMod val="60000"/>
                  <a:lumOff val="40000"/>
                  <a:alpha val="70000"/>
                </a:schemeClr>
              </a:gs>
              <a:gs pos="50000">
                <a:schemeClr val="bg2">
                  <a:alpha val="0"/>
                </a:schemeClr>
              </a:gs>
            </a:gsLst>
            <a:lin ang="1716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chemeClr val="tx1"/>
              </a:solidFill>
            </a:endParaRPr>
          </a:p>
        </p:txBody>
      </p:sp>
      <p:sp>
        <p:nvSpPr>
          <p:cNvPr id="9" name="Rectangle 8">
            <a:extLst>
              <a:ext uri="{FF2B5EF4-FFF2-40B4-BE49-F238E27FC236}">
                <a16:creationId xmlns:a16="http://schemas.microsoft.com/office/drawing/2014/main" id="{CD2E260E-763F-A06B-2808-39975829F205}"/>
              </a:ext>
            </a:extLst>
          </p:cNvPr>
          <p:cNvSpPr/>
          <p:nvPr/>
        </p:nvSpPr>
        <p:spPr>
          <a:xfrm rot="5400000" flipH="1">
            <a:off x="2667005" y="-2666996"/>
            <a:ext cx="6857996" cy="12191993"/>
          </a:xfrm>
          <a:prstGeom prst="rect">
            <a:avLst/>
          </a:prstGeom>
          <a:gradFill>
            <a:gsLst>
              <a:gs pos="0">
                <a:schemeClr val="bg1"/>
              </a:gs>
              <a:gs pos="100000">
                <a:schemeClr val="accent1">
                  <a:lumMod val="75000"/>
                  <a:alpha val="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8E82642F-D94D-7313-EB9D-48E3CBEDD19C}"/>
              </a:ext>
            </a:extLst>
          </p:cNvPr>
          <p:cNvSpPr/>
          <p:nvPr/>
        </p:nvSpPr>
        <p:spPr>
          <a:xfrm rot="16200000" flipH="1">
            <a:off x="4381500" y="-4373435"/>
            <a:ext cx="3429000" cy="12175870"/>
          </a:xfrm>
          <a:prstGeom prst="rect">
            <a:avLst/>
          </a:prstGeom>
          <a:gradFill flip="none" rotWithShape="1">
            <a:gsLst>
              <a:gs pos="0">
                <a:schemeClr val="accent2"/>
              </a:gs>
              <a:gs pos="36000">
                <a:schemeClr val="accent6">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866900" y="4967784"/>
            <a:ext cx="8484108" cy="1052015"/>
          </a:xfrm>
        </p:spPr>
        <p:txBody>
          <a:bodyPr anchor="ctr">
            <a:normAutofit/>
          </a:bodyPr>
          <a:lstStyle>
            <a:lvl1pPr marL="137160" indent="-137160">
              <a:lnSpc>
                <a:spcPct val="100000"/>
              </a:lnSpc>
              <a:defRPr sz="2000">
                <a:solidFill>
                  <a:schemeClr val="tx1"/>
                </a:solidFill>
              </a:defRPr>
            </a:lvl1pPr>
          </a:lstStyle>
          <a:p>
            <a:r>
              <a:rPr lang="en-US"/>
              <a:t>Quote Author</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1"/>
                </a:solidFill>
              </a:defRPr>
            </a:lvl1pPr>
          </a:lstStyle>
          <a:p>
            <a:fld id="{80BDAA3E-BE52-42BC-99E8-CCCB81A57ABD}" type="datetime1">
              <a:rPr lang="en-US" smtClean="0"/>
              <a:t>3/25/2026</a:t>
            </a:fld>
            <a:endParaRPr lang="en-US"/>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1"/>
                </a:solidFill>
              </a:defRPr>
            </a:lvl1pPr>
          </a:lstStyle>
          <a:p>
            <a:fld id="{5E0677F5-4A8A-4BF1-96BE-3BAE8FBAFE2E}" type="slidenum">
              <a:rPr lang="en-US" smtClean="0"/>
              <a:pPr/>
              <a:t>‹#›</a:t>
            </a:fld>
            <a:endParaRPr lang="en-US"/>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866900" y="1405719"/>
            <a:ext cx="8484108" cy="3087622"/>
          </a:xfrm>
        </p:spPr>
        <p:txBody>
          <a:bodyPr vert="horz" lIns="91440" tIns="45720" rIns="91440" bIns="45720" rtlCol="0" anchor="ctr">
            <a:noAutofit/>
          </a:bodyPr>
          <a:lstStyle>
            <a:lvl1pPr marL="0" indent="0">
              <a:lnSpc>
                <a:spcPct val="100000"/>
              </a:lnSpc>
              <a:buNone/>
              <a:defRPr lang="en-US" sz="4000" b="0" dirty="0">
                <a:solidFill>
                  <a:schemeClr val="tx1"/>
                </a:solidFill>
              </a:defRPr>
            </a:lvl1pPr>
            <a:lvl2pPr marL="228600" indent="0">
              <a:lnSpc>
                <a:spcPct val="100000"/>
              </a:lnSpc>
              <a:buNone/>
              <a:defRPr lang="en-US" sz="4000" b="0" dirty="0">
                <a:solidFill>
                  <a:schemeClr val="tx1"/>
                </a:solidFill>
              </a:defRPr>
            </a:lvl2pPr>
            <a:lvl3pPr marL="457200" indent="0">
              <a:lnSpc>
                <a:spcPct val="100000"/>
              </a:lnSpc>
              <a:buNone/>
              <a:defRPr lang="en-US" sz="4000" b="0" dirty="0">
                <a:solidFill>
                  <a:schemeClr val="tx1"/>
                </a:solidFill>
              </a:defRPr>
            </a:lvl3pPr>
            <a:lvl4pPr marL="685800" indent="0">
              <a:lnSpc>
                <a:spcPct val="100000"/>
              </a:lnSpc>
              <a:buNone/>
              <a:defRPr lang="en-US" sz="4000" b="0" dirty="0">
                <a:solidFill>
                  <a:schemeClr val="tx1"/>
                </a:solidFill>
              </a:defRPr>
            </a:lvl4pPr>
            <a:lvl5pPr marL="914400" indent="0">
              <a:lnSpc>
                <a:spcPct val="100000"/>
              </a:lnSpc>
              <a:buNone/>
              <a:defRPr lang="en-US" sz="3600" b="0" dirty="0">
                <a:solidFill>
                  <a:schemeClr val="tx1"/>
                </a:solidFill>
              </a:defRPr>
            </a:lvl5pPr>
          </a:lstStyle>
          <a:p>
            <a:pPr lvl="0"/>
            <a:r>
              <a:rPr lang="en-US"/>
              <a:t>Click to add Quote</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8D1ECC83-D6FA-D54B-81F2-EE93577E016F}"/>
              </a:ext>
            </a:extLst>
          </p:cNvPr>
          <p:cNvCxnSpPr>
            <a:cxnSpLocks/>
          </p:cNvCxnSpPr>
          <p:nvPr userDrawn="1"/>
        </p:nvCxnSpPr>
        <p:spPr>
          <a:xfrm flipH="1">
            <a:off x="2077285" y="4810814"/>
            <a:ext cx="8273723" cy="0"/>
          </a:xfrm>
          <a:prstGeom prst="line">
            <a:avLst/>
          </a:prstGeom>
          <a:ln w="6350">
            <a:solidFill>
              <a:schemeClr val="tx1">
                <a:lumMod val="75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501327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Quote 2">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A35383F-36EC-D5B0-180D-4D5F853027D1}"/>
              </a:ext>
            </a:extLst>
          </p:cNvPr>
          <p:cNvSpPr/>
          <p:nvPr/>
        </p:nvSpPr>
        <p:spPr>
          <a:xfrm flipH="1">
            <a:off x="-1" y="0"/>
            <a:ext cx="12192002" cy="6858000"/>
          </a:xfrm>
          <a:prstGeom prst="rect">
            <a:avLst/>
          </a:prstGeom>
          <a:gradFill flip="none" rotWithShape="1">
            <a:gsLst>
              <a:gs pos="10000">
                <a:schemeClr val="accent3">
                  <a:lumMod val="60000"/>
                  <a:lumOff val="40000"/>
                  <a:alpha val="75000"/>
                </a:schemeClr>
              </a:gs>
              <a:gs pos="100000">
                <a:schemeClr val="accent4">
                  <a:lumMod val="50000"/>
                </a:schemeClr>
              </a:gs>
              <a:gs pos="85000">
                <a:schemeClr val="accent2">
                  <a:lumMod val="75000"/>
                </a:schemeClr>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B5E5C4-3819-D8FF-73C4-648E36786FBE}"/>
              </a:ext>
            </a:extLst>
          </p:cNvPr>
          <p:cNvSpPr/>
          <p:nvPr/>
        </p:nvSpPr>
        <p:spPr>
          <a:xfrm>
            <a:off x="1524" y="0"/>
            <a:ext cx="12188952" cy="6858000"/>
          </a:xfrm>
          <a:prstGeom prst="rect">
            <a:avLst/>
          </a:prstGeom>
          <a:gradFill>
            <a:gsLst>
              <a:gs pos="27000">
                <a:schemeClr val="accent2">
                  <a:alpha val="0"/>
                </a:schemeClr>
              </a:gs>
              <a:gs pos="89000">
                <a:schemeClr val="bg2"/>
              </a:gs>
            </a:gsLst>
            <a:lin ang="9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FEFB336-7C01-1B2B-DE9C-135CE71E2AF4}"/>
              </a:ext>
            </a:extLst>
          </p:cNvPr>
          <p:cNvSpPr/>
          <p:nvPr/>
        </p:nvSpPr>
        <p:spPr>
          <a:xfrm rot="10800000" flipH="1">
            <a:off x="3048" y="1"/>
            <a:ext cx="12188952" cy="5601805"/>
          </a:xfrm>
          <a:prstGeom prst="rect">
            <a:avLst/>
          </a:prstGeom>
          <a:gradFill flip="none" rotWithShape="1">
            <a:gsLst>
              <a:gs pos="56000">
                <a:schemeClr val="accent1">
                  <a:alpha val="0"/>
                </a:schemeClr>
              </a:gs>
              <a:gs pos="89000">
                <a:schemeClr val="bg2"/>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2475326" y="4967784"/>
            <a:ext cx="7241347" cy="1052015"/>
          </a:xfrm>
        </p:spPr>
        <p:txBody>
          <a:bodyPr anchor="ctr">
            <a:normAutofit/>
          </a:bodyPr>
          <a:lstStyle>
            <a:lvl1pPr marL="137160" indent="-137160">
              <a:lnSpc>
                <a:spcPct val="100000"/>
              </a:lnSpc>
              <a:defRPr sz="2000">
                <a:solidFill>
                  <a:schemeClr val="tx1"/>
                </a:solidFill>
              </a:defRPr>
            </a:lvl1pPr>
          </a:lstStyle>
          <a:p>
            <a:r>
              <a:rPr lang="en-US"/>
              <a:t>Quote Author</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1"/>
                </a:solidFill>
              </a:defRPr>
            </a:lvl1pPr>
          </a:lstStyle>
          <a:p>
            <a:fld id="{54A4A468-500F-41B2-B72F-78A325FCC0DA}" type="datetime1">
              <a:rPr lang="en-US" smtClean="0"/>
              <a:t>3/25/2026</a:t>
            </a:fld>
            <a:endParaRPr lang="en-US"/>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1"/>
                </a:solidFill>
              </a:defRPr>
            </a:lvl1pPr>
          </a:lstStyle>
          <a:p>
            <a:fld id="{5E0677F5-4A8A-4BF1-96BE-3BAE8FBAFE2E}" type="slidenum">
              <a:rPr lang="en-US" smtClean="0"/>
              <a:pPr/>
              <a:t>‹#›</a:t>
            </a:fld>
            <a:endParaRPr lang="en-US"/>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2475326" y="1405719"/>
            <a:ext cx="7241347" cy="3261814"/>
          </a:xfrm>
        </p:spPr>
        <p:txBody>
          <a:bodyPr vert="horz" lIns="91440" tIns="45720" rIns="91440" bIns="45720" rtlCol="0" anchor="ctr">
            <a:noAutofit/>
          </a:bodyPr>
          <a:lstStyle>
            <a:lvl1pPr marL="0" indent="0">
              <a:lnSpc>
                <a:spcPct val="100000"/>
              </a:lnSpc>
              <a:buNone/>
              <a:defRPr lang="en-US" sz="4000" b="0" dirty="0">
                <a:solidFill>
                  <a:schemeClr val="tx1"/>
                </a:solidFill>
              </a:defRPr>
            </a:lvl1pPr>
            <a:lvl2pPr marL="228600" indent="0">
              <a:lnSpc>
                <a:spcPct val="100000"/>
              </a:lnSpc>
              <a:buNone/>
              <a:defRPr lang="en-US" sz="4000" b="0" dirty="0">
                <a:solidFill>
                  <a:schemeClr val="tx1"/>
                </a:solidFill>
              </a:defRPr>
            </a:lvl2pPr>
            <a:lvl3pPr marL="457200" indent="0">
              <a:lnSpc>
                <a:spcPct val="100000"/>
              </a:lnSpc>
              <a:buNone/>
              <a:defRPr lang="en-US" sz="4000" b="0" dirty="0">
                <a:solidFill>
                  <a:schemeClr val="tx1"/>
                </a:solidFill>
              </a:defRPr>
            </a:lvl3pPr>
            <a:lvl4pPr marL="685800" indent="0">
              <a:lnSpc>
                <a:spcPct val="100000"/>
              </a:lnSpc>
              <a:buNone/>
              <a:defRPr lang="en-US" sz="4000" b="0" dirty="0">
                <a:solidFill>
                  <a:schemeClr val="tx1"/>
                </a:solidFill>
              </a:defRPr>
            </a:lvl4pPr>
            <a:lvl5pPr marL="914400" indent="0">
              <a:lnSpc>
                <a:spcPct val="100000"/>
              </a:lnSpc>
              <a:buNone/>
              <a:defRPr lang="en-US" sz="3600" b="0" dirty="0">
                <a:solidFill>
                  <a:schemeClr val="tx1"/>
                </a:solidFill>
              </a:defRPr>
            </a:lvl5pPr>
          </a:lstStyle>
          <a:p>
            <a:pPr lvl="0"/>
            <a:r>
              <a:rPr lang="en-US"/>
              <a:t>Click to add Quote</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9484912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Quote 3">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12C5369-3140-EE0E-90D0-D10162CA9486}"/>
              </a:ext>
            </a:extLst>
          </p:cNvPr>
          <p:cNvSpPr/>
          <p:nvPr/>
        </p:nvSpPr>
        <p:spPr>
          <a:xfrm flipH="1">
            <a:off x="8215952" y="0"/>
            <a:ext cx="3976048" cy="6858000"/>
          </a:xfrm>
          <a:prstGeom prst="rect">
            <a:avLst/>
          </a:prstGeom>
          <a:gradFill>
            <a:gsLst>
              <a:gs pos="51000">
                <a:schemeClr val="bg2">
                  <a:alpha val="0"/>
                </a:schemeClr>
              </a:gs>
              <a:gs pos="100000">
                <a:schemeClr val="accent1">
                  <a:lumMod val="75000"/>
                  <a:alpha val="80000"/>
                </a:schemeClr>
              </a:gs>
            </a:gsLst>
            <a:lin ang="11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274320" y="5336274"/>
            <a:ext cx="8607140" cy="683525"/>
          </a:xfrm>
        </p:spPr>
        <p:txBody>
          <a:bodyPr anchor="ctr">
            <a:normAutofit/>
          </a:bodyPr>
          <a:lstStyle>
            <a:lvl1pPr marL="137160" indent="-137160">
              <a:defRPr sz="1800"/>
            </a:lvl1pPr>
          </a:lstStyle>
          <a:p>
            <a:r>
              <a:rPr lang="en-US"/>
              <a:t>Quote Author</a:t>
            </a:r>
          </a:p>
        </p:txBody>
      </p:sp>
      <p:sp>
        <p:nvSpPr>
          <p:cNvPr id="8" name="Rectangle 7">
            <a:extLst>
              <a:ext uri="{FF2B5EF4-FFF2-40B4-BE49-F238E27FC236}">
                <a16:creationId xmlns:a16="http://schemas.microsoft.com/office/drawing/2014/main" id="{5A820F3D-C559-60AA-7FD0-657FB2431DB3}"/>
              </a:ext>
            </a:extLst>
          </p:cNvPr>
          <p:cNvSpPr/>
          <p:nvPr/>
        </p:nvSpPr>
        <p:spPr>
          <a:xfrm flipH="1">
            <a:off x="8215952" y="0"/>
            <a:ext cx="3976048" cy="6858000"/>
          </a:xfrm>
          <a:prstGeom prst="rect">
            <a:avLst/>
          </a:prstGeom>
          <a:gradFill>
            <a:gsLst>
              <a:gs pos="75000">
                <a:schemeClr val="bg2">
                  <a:alpha val="0"/>
                </a:schemeClr>
              </a:gs>
              <a:gs pos="96000">
                <a:schemeClr val="accent3">
                  <a:lumMod val="60000"/>
                  <a:lumOff val="40000"/>
                  <a:alpha val="65000"/>
                </a:schemeClr>
              </a:gs>
            </a:gsLst>
            <a:lin ang="103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03E200B1-3B6B-802E-E076-92826DD27EA2}"/>
              </a:ext>
            </a:extLst>
          </p:cNvPr>
          <p:cNvCxnSpPr>
            <a:cxnSpLocks/>
          </p:cNvCxnSpPr>
          <p:nvPr/>
        </p:nvCxnSpPr>
        <p:spPr>
          <a:xfrm flipH="1">
            <a:off x="394716" y="4895326"/>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10" name="Date Placeholder 9">
            <a:extLst>
              <a:ext uri="{FF2B5EF4-FFF2-40B4-BE49-F238E27FC236}">
                <a16:creationId xmlns:a16="http://schemas.microsoft.com/office/drawing/2014/main" id="{6CBAF11E-83FD-0A35-2B1B-893C4D55AE9F}"/>
              </a:ext>
            </a:extLst>
          </p:cNvPr>
          <p:cNvSpPr>
            <a:spLocks noGrp="1"/>
          </p:cNvSpPr>
          <p:nvPr>
            <p:ph type="dt" sz="half" idx="14"/>
          </p:nvPr>
        </p:nvSpPr>
        <p:spPr/>
        <p:txBody>
          <a:bodyPr/>
          <a:lstStyle/>
          <a:p>
            <a:fld id="{7DA2CEDE-2AB4-4FB8-9551-E0AA4222B1A3}" type="datetime1">
              <a:rPr lang="en-US" smtClean="0"/>
              <a:t>3/25/2026</a:t>
            </a:fld>
            <a:endParaRPr lang="en-US"/>
          </a:p>
        </p:txBody>
      </p:sp>
      <p:sp>
        <p:nvSpPr>
          <p:cNvPr id="11" name="Footer Placeholder 10">
            <a:extLst>
              <a:ext uri="{FF2B5EF4-FFF2-40B4-BE49-F238E27FC236}">
                <a16:creationId xmlns:a16="http://schemas.microsoft.com/office/drawing/2014/main" id="{2C8F38B5-19FF-BF8F-54FC-894E66C40672}"/>
              </a:ext>
            </a:extLst>
          </p:cNvPr>
          <p:cNvSpPr>
            <a:spLocks noGrp="1"/>
          </p:cNvSpPr>
          <p:nvPr>
            <p:ph type="ftr" sz="quarter" idx="15"/>
          </p:nvPr>
        </p:nvSpPr>
        <p:spPr/>
        <p:txBody>
          <a:bodyPr/>
          <a:lstStyle/>
          <a:p>
            <a:r>
              <a:rPr lang="en-US"/>
              <a:t>Sample Footer Text</a:t>
            </a:r>
          </a:p>
        </p:txBody>
      </p:sp>
      <p:sp>
        <p:nvSpPr>
          <p:cNvPr id="12" name="Slide Number Placeholder 11">
            <a:extLst>
              <a:ext uri="{FF2B5EF4-FFF2-40B4-BE49-F238E27FC236}">
                <a16:creationId xmlns:a16="http://schemas.microsoft.com/office/drawing/2014/main" id="{851EB385-BC70-148F-174E-479BEC0F52E8}"/>
              </a:ext>
            </a:extLst>
          </p:cNvPr>
          <p:cNvSpPr>
            <a:spLocks noGrp="1"/>
          </p:cNvSpPr>
          <p:nvPr>
            <p:ph type="sldNum" sz="quarter" idx="16"/>
          </p:nvPr>
        </p:nvSpPr>
        <p:spPr/>
        <p:txBody>
          <a:bodyPr/>
          <a:lstStyle/>
          <a:p>
            <a:fld id="{5E0677F5-4A8A-4BF1-96BE-3BAE8FBAFE2E}" type="slidenum">
              <a:rPr lang="en-US" smtClean="0"/>
              <a:pPr/>
              <a:t>‹#›</a:t>
            </a:fld>
            <a:endParaRPr lang="en-US"/>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274320" y="1714500"/>
            <a:ext cx="8587285" cy="2625487"/>
          </a:xfrm>
        </p:spPr>
        <p:txBody>
          <a:bodyPr anchor="ctr">
            <a:noAutofit/>
          </a:bodyPr>
          <a:lstStyle>
            <a:lvl1pPr marL="0" indent="0">
              <a:lnSpc>
                <a:spcPct val="100000"/>
              </a:lnSpc>
              <a:buNone/>
              <a:defRPr sz="4400" b="0">
                <a:solidFill>
                  <a:schemeClr val="tx1"/>
                </a:solidFill>
              </a:defRPr>
            </a:lvl1pPr>
            <a:lvl2pPr marL="228600" indent="0">
              <a:lnSpc>
                <a:spcPct val="100000"/>
              </a:lnSpc>
              <a:buNone/>
              <a:defRPr sz="4400" b="0">
                <a:solidFill>
                  <a:schemeClr val="tx1"/>
                </a:solidFill>
              </a:defRPr>
            </a:lvl2pPr>
            <a:lvl3pPr marL="457200" indent="0">
              <a:lnSpc>
                <a:spcPct val="100000"/>
              </a:lnSpc>
              <a:buNone/>
              <a:defRPr sz="4000" b="0">
                <a:solidFill>
                  <a:schemeClr val="tx1"/>
                </a:solidFill>
              </a:defRPr>
            </a:lvl3pPr>
            <a:lvl4pPr marL="685800" indent="0">
              <a:lnSpc>
                <a:spcPct val="100000"/>
              </a:lnSpc>
              <a:buNone/>
              <a:defRPr sz="3600" b="0">
                <a:solidFill>
                  <a:schemeClr val="tx1"/>
                </a:solidFill>
              </a:defRPr>
            </a:lvl4pPr>
            <a:lvl5pPr marL="914400" indent="0">
              <a:lnSpc>
                <a:spcPct val="100000"/>
              </a:lnSpc>
              <a:buNone/>
              <a:defRPr sz="3200" b="0">
                <a:solidFill>
                  <a:schemeClr val="tx1"/>
                </a:solidFill>
              </a:defRPr>
            </a:lvl5pPr>
          </a:lstStyle>
          <a:p>
            <a:pPr lvl="0"/>
            <a:r>
              <a:rPr lang="en-US"/>
              <a:t>Click to add Quote</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8357141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62000"/>
            <a:ext cx="7012885" cy="1381432"/>
          </a:xfrm>
        </p:spPr>
        <p:txBody>
          <a:bodyPr anchor="t">
            <a:noAutofit/>
          </a:bodyPr>
          <a:lstStyle>
            <a:lvl1pPr>
              <a:defRPr sz="440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1B1491A9-BF26-4517-AB22-6183D453A902}" type="datetime1">
              <a:rPr lang="en-US" smtClean="0"/>
              <a:t>3/25/2026</a:t>
            </a:fld>
            <a:endParaRPr lang="en-US"/>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5E0677F5-4A8A-4BF1-96BE-3BAE8FBAFE2E}" type="slidenum">
              <a:rPr lang="en-US" smtClean="0"/>
              <a:t>‹#›</a:t>
            </a:fld>
            <a:endParaRPr lang="en-US"/>
          </a:p>
        </p:txBody>
      </p:sp>
      <p:cxnSp>
        <p:nvCxnSpPr>
          <p:cNvPr id="3" name="Straight Connector 2">
            <a:extLst>
              <a:ext uri="{FF2B5EF4-FFF2-40B4-BE49-F238E27FC236}">
                <a16:creationId xmlns:a16="http://schemas.microsoft.com/office/drawing/2014/main" id="{9ABA73FC-7BD1-70E0-E0BB-062C0B9E495C}"/>
              </a:ext>
            </a:extLst>
          </p:cNvPr>
          <p:cNvCxnSpPr>
            <a:cxnSpLocks/>
          </p:cNvCxnSpPr>
          <p:nvPr/>
        </p:nvCxnSpPr>
        <p:spPr>
          <a:xfrm flipH="1">
            <a:off x="394716" y="3032970"/>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DE12F779-E4E9-1000-6D97-63D7AD0CD426}"/>
              </a:ext>
            </a:extLst>
          </p:cNvPr>
          <p:cNvSpPr/>
          <p:nvPr/>
        </p:nvSpPr>
        <p:spPr>
          <a:xfrm rot="5400000" flipH="1">
            <a:off x="4765041" y="-568961"/>
            <a:ext cx="2661919" cy="12192002"/>
          </a:xfrm>
          <a:prstGeom prst="rect">
            <a:avLst/>
          </a:prstGeom>
          <a:gradFill>
            <a:gsLst>
              <a:gs pos="51000">
                <a:schemeClr val="bg2">
                  <a:alpha val="0"/>
                </a:schemeClr>
              </a:gs>
              <a:gs pos="98276">
                <a:schemeClr val="tx2"/>
              </a:gs>
              <a:gs pos="85000">
                <a:schemeClr val="accent1">
                  <a:alpha val="8500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11177CF-A7A2-912C-416D-E7E03D2C5291}"/>
              </a:ext>
            </a:extLst>
          </p:cNvPr>
          <p:cNvSpPr/>
          <p:nvPr/>
        </p:nvSpPr>
        <p:spPr>
          <a:xfrm rot="5400000" flipH="1">
            <a:off x="4516120" y="-817882"/>
            <a:ext cx="3159760" cy="12192003"/>
          </a:xfrm>
          <a:prstGeom prst="rect">
            <a:avLst/>
          </a:prstGeom>
          <a:gradFill>
            <a:gsLst>
              <a:gs pos="62000">
                <a:schemeClr val="bg2">
                  <a:alpha val="0"/>
                </a:schemeClr>
              </a:gs>
              <a:gs pos="98276">
                <a:schemeClr val="accent5"/>
              </a:gs>
              <a:gs pos="88000">
                <a:schemeClr val="accent3">
                  <a:alpha val="49000"/>
                </a:schemeClr>
              </a:gs>
            </a:gsLst>
            <a:lin ang="103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03230" y="3429000"/>
            <a:ext cx="11171699" cy="24656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4636206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A3CA1D0-5ABF-E529-5411-F834222E48FC}"/>
              </a:ext>
            </a:extLst>
          </p:cNvPr>
          <p:cNvSpPr/>
          <p:nvPr/>
        </p:nvSpPr>
        <p:spPr>
          <a:xfrm rot="5400000">
            <a:off x="5020923" y="-2430130"/>
            <a:ext cx="1825034" cy="11866880"/>
          </a:xfrm>
          <a:prstGeom prst="rect">
            <a:avLst/>
          </a:prstGeom>
          <a:gradFill>
            <a:gsLst>
              <a:gs pos="41000">
                <a:schemeClr val="bg1">
                  <a:alpha val="0"/>
                </a:schemeClr>
              </a:gs>
              <a:gs pos="85612">
                <a:schemeClr val="accent4">
                  <a:alpha val="78000"/>
                </a:schemeClr>
              </a:gs>
              <a:gs pos="100000">
                <a:schemeClr val="accent6"/>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40F5D87-BF9C-3DAE-D977-87A4FA7749F4}"/>
              </a:ext>
            </a:extLst>
          </p:cNvPr>
          <p:cNvSpPr/>
          <p:nvPr/>
        </p:nvSpPr>
        <p:spPr>
          <a:xfrm rot="10800000" flipH="1">
            <a:off x="0" y="2590790"/>
            <a:ext cx="12192000" cy="1825033"/>
          </a:xfrm>
          <a:prstGeom prst="rect">
            <a:avLst/>
          </a:prstGeom>
          <a:gradFill>
            <a:gsLst>
              <a:gs pos="68000">
                <a:schemeClr val="bg2">
                  <a:alpha val="0"/>
                </a:schemeClr>
              </a:gs>
              <a:gs pos="98851">
                <a:schemeClr val="accent5">
                  <a:lumMod val="60000"/>
                  <a:lumOff val="40000"/>
                </a:schemeClr>
              </a:gs>
              <a:gs pos="89000">
                <a:schemeClr val="accent3">
                  <a:lumMod val="60000"/>
                  <a:lumOff val="40000"/>
                  <a:alpha val="3500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62000"/>
            <a:ext cx="6095999" cy="1454506"/>
          </a:xfrm>
        </p:spPr>
        <p:txBody>
          <a:bodyPr anchor="t">
            <a:normAutofit/>
          </a:bodyPr>
          <a:lstStyle>
            <a:lvl1pPr>
              <a:defRPr sz="54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3A5024DF-23AF-419A-978A-28215FBF1E37}" type="datetime1">
              <a:rPr lang="en-US" smtClean="0"/>
              <a:t>3/25/2026</a:t>
            </a:fld>
            <a:endParaRPr lang="en-US"/>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5E0677F5-4A8A-4BF1-96BE-3BAE8FBAFE2E}" type="slidenum">
              <a:rPr lang="en-US" smtClean="0"/>
              <a:t>‹#›</a:t>
            </a:fld>
            <a:endParaRPr lang="en-US"/>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7620000" y="3337560"/>
            <a:ext cx="3595171" cy="2828581"/>
          </a:xfrm>
        </p:spPr>
        <p:txBody>
          <a:bodyPr vert="horz" lIns="91440" tIns="45720" rIns="91440" bIns="45720" rtlCol="0">
            <a:normAutofit/>
          </a:bodyPr>
          <a:lstStyle>
            <a:lvl1pPr marL="0" indent="0">
              <a:buNone/>
              <a:defRPr lang="en-US" sz="1800" dirty="0"/>
            </a:lvl1pPr>
            <a:lvl2pPr marL="228600" indent="0">
              <a:buNone/>
              <a:defRPr lang="en-US" sz="1400" dirty="0"/>
            </a:lvl2pPr>
            <a:lvl3pPr marL="457200" indent="0">
              <a:buNone/>
              <a:defRPr lang="en-US" sz="1200" dirty="0"/>
            </a:lvl3pPr>
            <a:lvl4pPr marL="685800" indent="0">
              <a:buNone/>
              <a:defRPr lang="en-US" sz="1100" dirty="0"/>
            </a:lvl4pPr>
            <a:lvl5pPr marL="914400" indent="0">
              <a:buNone/>
              <a:defRPr lang="en-US" sz="105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0800456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Conclusion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983230"/>
            <a:ext cx="9830017" cy="877376"/>
          </a:xfrm>
        </p:spPr>
        <p:txBody>
          <a:bodyPr anchor="t">
            <a:normAutofit/>
          </a:bodyPr>
          <a:lstStyle>
            <a:lvl1pPr>
              <a:defRPr sz="50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9CF24436-170D-487D-ADBB-C24D74D1C150}" type="datetime1">
              <a:rPr lang="en-US" smtClean="0"/>
              <a:t>3/25/2026</a:t>
            </a:fld>
            <a:endParaRPr lang="en-US"/>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5E0677F5-4A8A-4BF1-96BE-3BAE8FBAFE2E}" type="slidenum">
              <a:rPr lang="en-US" smtClean="0"/>
              <a:t>‹#›</a:t>
            </a:fld>
            <a:endParaRPr lang="en-US"/>
          </a:p>
        </p:txBody>
      </p:sp>
      <p:sp>
        <p:nvSpPr>
          <p:cNvPr id="4" name="Rectangle 3">
            <a:extLst>
              <a:ext uri="{FF2B5EF4-FFF2-40B4-BE49-F238E27FC236}">
                <a16:creationId xmlns:a16="http://schemas.microsoft.com/office/drawing/2014/main" id="{D69261CB-4EFB-BCD1-842F-3895D3F35D6A}"/>
              </a:ext>
            </a:extLst>
          </p:cNvPr>
          <p:cNvSpPr/>
          <p:nvPr/>
        </p:nvSpPr>
        <p:spPr>
          <a:xfrm rot="10800000">
            <a:off x="0" y="2221515"/>
            <a:ext cx="12192000" cy="1825033"/>
          </a:xfrm>
          <a:prstGeom prst="rect">
            <a:avLst/>
          </a:prstGeom>
          <a:gradFill>
            <a:gsLst>
              <a:gs pos="63000">
                <a:schemeClr val="bg2">
                  <a:alpha val="0"/>
                </a:schemeClr>
              </a:gs>
              <a:gs pos="100000">
                <a:schemeClr val="accent1"/>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11813EA-BFDF-185B-80F0-B1786A1A10E5}"/>
              </a:ext>
            </a:extLst>
          </p:cNvPr>
          <p:cNvSpPr/>
          <p:nvPr/>
        </p:nvSpPr>
        <p:spPr>
          <a:xfrm rot="16200000" flipH="1">
            <a:off x="7850483" y="-294964"/>
            <a:ext cx="1825034" cy="6858000"/>
          </a:xfrm>
          <a:prstGeom prst="rect">
            <a:avLst/>
          </a:prstGeom>
          <a:gradFill>
            <a:gsLst>
              <a:gs pos="56000">
                <a:schemeClr val="bg1">
                  <a:alpha val="0"/>
                </a:schemeClr>
              </a:gs>
              <a:gs pos="100000">
                <a:schemeClr val="accent3"/>
              </a:gs>
            </a:gsLst>
            <a:lin ang="9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241964" y="3429000"/>
            <a:ext cx="8226135" cy="2434712"/>
          </a:xfrm>
        </p:spPr>
        <p:txBody>
          <a:bodyPr vert="horz" lIns="91440" tIns="45720" rIns="91440" bIns="45720" rtlCol="0">
            <a:normAutofit/>
          </a:bodyPr>
          <a:lstStyle>
            <a:lvl1pPr marL="0" indent="0">
              <a:buNone/>
              <a:defRPr lang="en-US" sz="1600" dirty="0"/>
            </a:lvl1pPr>
            <a:lvl2pPr marL="228600" indent="0">
              <a:buNone/>
              <a:defRPr lang="en-US" sz="1200" dirty="0"/>
            </a:lvl2pPr>
            <a:lvl3pPr marL="457200" indent="0">
              <a:buNone/>
              <a:defRPr lang="en-US" sz="1100" dirty="0"/>
            </a:lvl3pPr>
            <a:lvl4pPr marL="685800" indent="0">
              <a:buNone/>
              <a:defRPr lang="en-US" sz="1050" dirty="0"/>
            </a:lvl4pPr>
            <a:lvl5pPr marL="914400" indent="0">
              <a:buNone/>
              <a:defRPr lang="en-US" sz="10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2978364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731520"/>
            <a:ext cx="10858500" cy="692389"/>
          </a:xfrm>
        </p:spPr>
        <p:txBody>
          <a:bodyPr/>
          <a:lstStyle>
            <a:lvl1pPr>
              <a:defRPr>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7B01CFC0-D171-4F9D-A610-2F47C1080058}" type="datetime1">
              <a:rPr lang="en-US" smtClean="0"/>
              <a:t>3/25/2026</a:t>
            </a:fld>
            <a:endParaRPr lang="en-US"/>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r>
              <a:rPr lang="en-US"/>
              <a:t>Sample Footer Text</a:t>
            </a:r>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5E0677F5-4A8A-4BF1-96BE-3BAE8FBAFE2E}" type="slidenum">
              <a:rPr lang="en-US" smtClean="0"/>
              <a:t>‹#›</a:t>
            </a:fld>
            <a:endParaRPr lang="en-US"/>
          </a:p>
        </p:txBody>
      </p:sp>
      <p:sp>
        <p:nvSpPr>
          <p:cNvPr id="7" name="Content Placeholder 6">
            <a:extLst>
              <a:ext uri="{FF2B5EF4-FFF2-40B4-BE49-F238E27FC236}">
                <a16:creationId xmlns:a16="http://schemas.microsoft.com/office/drawing/2014/main" id="{80A35E0D-62A8-3554-9B0A-F98F410BA73C}"/>
              </a:ext>
            </a:extLst>
          </p:cNvPr>
          <p:cNvSpPr>
            <a:spLocks noGrp="1"/>
          </p:cNvSpPr>
          <p:nvPr>
            <p:ph sz="quarter" idx="18"/>
          </p:nvPr>
        </p:nvSpPr>
        <p:spPr>
          <a:xfrm>
            <a:off x="301625" y="1806575"/>
            <a:ext cx="5165725" cy="4586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6">
            <a:extLst>
              <a:ext uri="{FF2B5EF4-FFF2-40B4-BE49-F238E27FC236}">
                <a16:creationId xmlns:a16="http://schemas.microsoft.com/office/drawing/2014/main" id="{59B3B287-1823-BE94-2755-A041E87636AD}"/>
              </a:ext>
            </a:extLst>
          </p:cNvPr>
          <p:cNvSpPr>
            <a:spLocks noGrp="1"/>
          </p:cNvSpPr>
          <p:nvPr>
            <p:ph sz="quarter" idx="19"/>
          </p:nvPr>
        </p:nvSpPr>
        <p:spPr>
          <a:xfrm>
            <a:off x="6723891" y="1806575"/>
            <a:ext cx="4991100" cy="4586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3AFB33C1-66E4-5420-EAC7-ECB72519298E}"/>
              </a:ext>
            </a:extLst>
          </p:cNvPr>
          <p:cNvCxnSpPr>
            <a:cxnSpLocks/>
          </p:cNvCxnSpPr>
          <p:nvPr/>
        </p:nvCxnSpPr>
        <p:spPr>
          <a:xfrm flipH="1">
            <a:off x="394716" y="1584960"/>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6931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omparison">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6AE5CFF-8C53-04B8-D45D-5572C54FE40F}"/>
              </a:ext>
            </a:extLst>
          </p:cNvPr>
          <p:cNvSpPr/>
          <p:nvPr/>
        </p:nvSpPr>
        <p:spPr>
          <a:xfrm flipV="1">
            <a:off x="0" y="0"/>
            <a:ext cx="12191999" cy="1337733"/>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301752" y="731520"/>
            <a:ext cx="11585448" cy="662062"/>
          </a:xfrm>
        </p:spPr>
        <p:txBody>
          <a:bodyPr/>
          <a:lstStyle>
            <a:lvl1pPr>
              <a:defRPr>
                <a:solidFill>
                  <a:schemeClr val="tx1"/>
                </a:solidFill>
              </a:defRPr>
            </a:lvl1pPr>
          </a:lstStyle>
          <a:p>
            <a:r>
              <a:rPr lang="en-US"/>
              <a:t>Click to edit Master title style</a:t>
            </a:r>
          </a:p>
        </p:txBody>
      </p:sp>
      <p:sp>
        <p:nvSpPr>
          <p:cNvPr id="15" name="Date Placeholder 14">
            <a:extLst>
              <a:ext uri="{FF2B5EF4-FFF2-40B4-BE49-F238E27FC236}">
                <a16:creationId xmlns:a16="http://schemas.microsoft.com/office/drawing/2014/main" id="{705EA491-E08A-48B5-7211-33514A94530C}"/>
              </a:ext>
            </a:extLst>
          </p:cNvPr>
          <p:cNvSpPr>
            <a:spLocks noGrp="1"/>
          </p:cNvSpPr>
          <p:nvPr>
            <p:ph type="dt" sz="half" idx="15"/>
          </p:nvPr>
        </p:nvSpPr>
        <p:spPr/>
        <p:txBody>
          <a:bodyPr/>
          <a:lstStyle/>
          <a:p>
            <a:fld id="{7DA2CEDE-2AB4-4FB8-9551-E0AA4222B1A3}" type="datetime1">
              <a:rPr lang="en-US" smtClean="0"/>
              <a:t>3/25/2026</a:t>
            </a:fld>
            <a:endParaRPr lang="en-US"/>
          </a:p>
        </p:txBody>
      </p:sp>
      <p:sp>
        <p:nvSpPr>
          <p:cNvPr id="16" name="Footer Placeholder 15">
            <a:extLst>
              <a:ext uri="{FF2B5EF4-FFF2-40B4-BE49-F238E27FC236}">
                <a16:creationId xmlns:a16="http://schemas.microsoft.com/office/drawing/2014/main" id="{259980DF-BFB1-0E16-FE9E-D2D30ED180E7}"/>
              </a:ext>
            </a:extLst>
          </p:cNvPr>
          <p:cNvSpPr>
            <a:spLocks noGrp="1"/>
          </p:cNvSpPr>
          <p:nvPr>
            <p:ph type="ftr" sz="quarter" idx="16"/>
          </p:nvPr>
        </p:nvSpPr>
        <p:spPr/>
        <p:txBody>
          <a:bodyPr/>
          <a:lstStyle/>
          <a:p>
            <a:r>
              <a:rPr lang="en-US"/>
              <a:t>Sample Footer Text</a:t>
            </a:r>
          </a:p>
        </p:txBody>
      </p:sp>
      <p:sp>
        <p:nvSpPr>
          <p:cNvPr id="17" name="Slide Number Placeholder 16">
            <a:extLst>
              <a:ext uri="{FF2B5EF4-FFF2-40B4-BE49-F238E27FC236}">
                <a16:creationId xmlns:a16="http://schemas.microsoft.com/office/drawing/2014/main" id="{6EA97154-58A7-DD75-CD73-93F442F34125}"/>
              </a:ext>
            </a:extLst>
          </p:cNvPr>
          <p:cNvSpPr>
            <a:spLocks noGrp="1"/>
          </p:cNvSpPr>
          <p:nvPr>
            <p:ph type="sldNum" sz="quarter" idx="17"/>
          </p:nvPr>
        </p:nvSpPr>
        <p:spPr/>
        <p:txBody>
          <a:bodyPr/>
          <a:lstStyle/>
          <a:p>
            <a:fld id="{5E0677F5-4A8A-4BF1-96BE-3BAE8FBAFE2E}" type="slidenum">
              <a:rPr lang="en-US" smtClean="0"/>
              <a:pPr/>
              <a:t>‹#›</a:t>
            </a:fld>
            <a:endParaRPr lang="en-US"/>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301752" y="1775779"/>
            <a:ext cx="5166360" cy="640080"/>
          </a:xfrm>
        </p:spPr>
        <p:txBody>
          <a:bodyPr anchor="ctr" anchorCtr="0">
            <a:normAutofit/>
          </a:bodyPr>
          <a:lstStyle>
            <a:lvl1pPr marL="0" indent="0">
              <a:lnSpc>
                <a:spcPct val="90000"/>
              </a:lnSpc>
              <a:buNone/>
              <a:defRPr sz="16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6">
            <a:extLst>
              <a:ext uri="{FF2B5EF4-FFF2-40B4-BE49-F238E27FC236}">
                <a16:creationId xmlns:a16="http://schemas.microsoft.com/office/drawing/2014/main" id="{13701989-F794-F145-FEEE-631718E4D69C}"/>
              </a:ext>
            </a:extLst>
          </p:cNvPr>
          <p:cNvSpPr>
            <a:spLocks noGrp="1"/>
          </p:cNvSpPr>
          <p:nvPr>
            <p:ph sz="quarter" idx="18"/>
          </p:nvPr>
        </p:nvSpPr>
        <p:spPr>
          <a:xfrm>
            <a:off x="301625" y="2492481"/>
            <a:ext cx="5165725" cy="39003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720840" y="1775777"/>
            <a:ext cx="5166360" cy="640080"/>
          </a:xfrm>
        </p:spPr>
        <p:txBody>
          <a:bodyPr anchor="ctr" anchorCtr="0">
            <a:normAutofit/>
          </a:bodyPr>
          <a:lstStyle>
            <a:lvl1pPr marL="0" indent="0">
              <a:lnSpc>
                <a:spcPct val="90000"/>
              </a:lnSpc>
              <a:buNone/>
              <a:defRPr sz="16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Content Placeholder 6">
            <a:extLst>
              <a:ext uri="{FF2B5EF4-FFF2-40B4-BE49-F238E27FC236}">
                <a16:creationId xmlns:a16="http://schemas.microsoft.com/office/drawing/2014/main" id="{A3BB3E04-BBB2-1EB1-AF01-EFE05E004270}"/>
              </a:ext>
            </a:extLst>
          </p:cNvPr>
          <p:cNvSpPr>
            <a:spLocks noGrp="1"/>
          </p:cNvSpPr>
          <p:nvPr>
            <p:ph sz="quarter" idx="19"/>
          </p:nvPr>
        </p:nvSpPr>
        <p:spPr>
          <a:xfrm>
            <a:off x="6723890" y="2492481"/>
            <a:ext cx="5181907" cy="39003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B692CF81-A7A7-1362-125E-EEC5C8BD16E7}"/>
              </a:ext>
            </a:extLst>
          </p:cNvPr>
          <p:cNvCxnSpPr>
            <a:cxnSpLocks/>
          </p:cNvCxnSpPr>
          <p:nvPr/>
        </p:nvCxnSpPr>
        <p:spPr>
          <a:xfrm flipH="1">
            <a:off x="394716" y="1579934"/>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11E71789-6ED9-AA74-B78C-05CAF80B5536}"/>
              </a:ext>
            </a:extLst>
          </p:cNvPr>
          <p:cNvSpPr/>
          <p:nvPr userDrawn="1"/>
        </p:nvSpPr>
        <p:spPr>
          <a:xfrm flipV="1">
            <a:off x="0" y="0"/>
            <a:ext cx="12191999" cy="1337733"/>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9528553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301752" y="1005840"/>
            <a:ext cx="9906000" cy="801042"/>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16C42483-B3E3-4399-B6B2-4B1D067F8CE5}" type="datetime1">
              <a:rPr lang="en-US" smtClean="0"/>
              <a:t>3/25/2026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354861876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A36574F-2CAD-411B-9EF3-12D0DF2C09EB}" type="datetime1">
              <a:rPr lang="en-US" smtClean="0"/>
              <a:t>3/25/2026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1280008863"/>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301752" y="1124712"/>
            <a:ext cx="3543299" cy="1627415"/>
          </a:xfrm>
        </p:spPr>
        <p:txBody>
          <a:bodyPr anchor="t">
            <a:normAutofit/>
          </a:bodyPr>
          <a:lstStyle>
            <a:lvl1pPr>
              <a:defRPr sz="3200"/>
            </a:lvl1pPr>
          </a:lstStyle>
          <a:p>
            <a:r>
              <a:rPr lang="en-US"/>
              <a:t>Click to edit Master title style</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5B5223AD-184F-4273-AC4F-854D3B259B85}" type="datetime1">
              <a:rPr lang="en-US" smtClean="0"/>
              <a:t>3/25/2026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a:xfrm>
            <a:off x="5212080" y="210114"/>
            <a:ext cx="2509284" cy="365760"/>
          </a:xfrm>
        </p:spPr>
        <p:txBody>
          <a:bodyPr/>
          <a:lstStyle/>
          <a:p>
            <a:r>
              <a:rPr lang="en-US"/>
              <a:t>Sample Footer Text</a:t>
            </a:r>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5E0677F5-4A8A-4BF1-96BE-3BAE8FBAFE2E}" type="slidenum">
              <a:rPr lang="en-US" smtClean="0"/>
              <a:t>‹#›</a:t>
            </a:fld>
            <a:endParaRPr lang="en-US"/>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301752" y="2857605"/>
            <a:ext cx="3543299" cy="3534229"/>
          </a:xfrm>
        </p:spPr>
        <p:txBody>
          <a:bodyPr anchor="b">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212080" y="1124712"/>
            <a:ext cx="6309360" cy="5219700"/>
          </a:xfrm>
        </p:spPr>
        <p:txBody>
          <a:bodyPr>
            <a:normAutofit/>
          </a:bodyPr>
          <a:lstStyle>
            <a:lvl1pPr>
              <a:defRPr sz="1800"/>
            </a:lvl1pPr>
            <a:lvl2pPr>
              <a:defRPr sz="1600"/>
            </a:lvl2pPr>
            <a:lvl3pPr>
              <a:defRPr sz="1400"/>
            </a:lvl3pPr>
            <a:lvl4pPr>
              <a:defRPr sz="1200"/>
            </a:lvl4pPr>
            <a:lvl5pP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7">
            <a:extLst>
              <a:ext uri="{FF2B5EF4-FFF2-40B4-BE49-F238E27FC236}">
                <a16:creationId xmlns:a16="http://schemas.microsoft.com/office/drawing/2014/main" id="{91C6F58E-0CCE-AAF7-6F0A-E0B0FFF62A10}"/>
              </a:ext>
            </a:extLst>
          </p:cNvPr>
          <p:cNvSpPr/>
          <p:nvPr/>
        </p:nvSpPr>
        <p:spPr>
          <a:xfrm>
            <a:off x="-3" y="5655733"/>
            <a:ext cx="12191999" cy="1202267"/>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056634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301752" y="1124712"/>
            <a:ext cx="3546235" cy="1533073"/>
          </a:xfrm>
        </p:spPr>
        <p:txBody>
          <a:bodyPr anchor="t">
            <a:normAutofit/>
          </a:bodyPr>
          <a:lstStyle>
            <a:lvl1pPr>
              <a:defRPr sz="3200"/>
            </a:lvl1pPr>
          </a:lstStyle>
          <a:p>
            <a:r>
              <a:rPr lang="en-US"/>
              <a:t>Click to edit Master title style</a:t>
            </a:r>
          </a:p>
        </p:txBody>
      </p:sp>
      <p:sp>
        <p:nvSpPr>
          <p:cNvPr id="23" name="Date Placeholder 22">
            <a:extLst>
              <a:ext uri="{FF2B5EF4-FFF2-40B4-BE49-F238E27FC236}">
                <a16:creationId xmlns:a16="http://schemas.microsoft.com/office/drawing/2014/main" id="{8ACB14E1-4D3B-B55C-4791-64F774AC361F}"/>
              </a:ext>
            </a:extLst>
          </p:cNvPr>
          <p:cNvSpPr>
            <a:spLocks noGrp="1"/>
          </p:cNvSpPr>
          <p:nvPr>
            <p:ph type="dt" sz="half" idx="14"/>
          </p:nvPr>
        </p:nvSpPr>
        <p:spPr/>
        <p:txBody>
          <a:bodyPr/>
          <a:lstStyle/>
          <a:p>
            <a:fld id="{907E4E07-E412-47A0-AB1E-CAAABECD1A31}" type="datetime1">
              <a:rPr lang="en-US" smtClean="0"/>
              <a:t>3/25/2026</a:t>
            </a:fld>
            <a:endParaRPr lang="en-US"/>
          </a:p>
        </p:txBody>
      </p:sp>
      <p:sp>
        <p:nvSpPr>
          <p:cNvPr id="24" name="Footer Placeholder 23">
            <a:extLst>
              <a:ext uri="{FF2B5EF4-FFF2-40B4-BE49-F238E27FC236}">
                <a16:creationId xmlns:a16="http://schemas.microsoft.com/office/drawing/2014/main" id="{861F92C4-9651-789C-0B22-E6343EE25C7A}"/>
              </a:ext>
            </a:extLst>
          </p:cNvPr>
          <p:cNvSpPr>
            <a:spLocks noGrp="1"/>
          </p:cNvSpPr>
          <p:nvPr>
            <p:ph type="ftr" sz="quarter" idx="15"/>
          </p:nvPr>
        </p:nvSpPr>
        <p:spPr>
          <a:xfrm>
            <a:off x="5212080" y="210114"/>
            <a:ext cx="2509284" cy="365760"/>
          </a:xfrm>
        </p:spPr>
        <p:txBody>
          <a:bodyPr/>
          <a:lstStyle/>
          <a:p>
            <a:r>
              <a:rPr lang="en-US"/>
              <a:t>Sample Footer Text</a:t>
            </a:r>
          </a:p>
        </p:txBody>
      </p:sp>
      <p:sp>
        <p:nvSpPr>
          <p:cNvPr id="25" name="Slide Number Placeholder 24">
            <a:extLst>
              <a:ext uri="{FF2B5EF4-FFF2-40B4-BE49-F238E27FC236}">
                <a16:creationId xmlns:a16="http://schemas.microsoft.com/office/drawing/2014/main" id="{E55DAD34-8521-F119-F985-ABFBDD340032}"/>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301752" y="2706914"/>
            <a:ext cx="3236976" cy="3553861"/>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Picture Placeholder 7">
            <a:extLst>
              <a:ext uri="{FF2B5EF4-FFF2-40B4-BE49-F238E27FC236}">
                <a16:creationId xmlns:a16="http://schemas.microsoft.com/office/drawing/2014/main" id="{6CCD178F-4127-FE67-2F5D-0F1CE7884398}"/>
              </a:ext>
            </a:extLst>
          </p:cNvPr>
          <p:cNvSpPr>
            <a:spLocks noGrp="1"/>
          </p:cNvSpPr>
          <p:nvPr>
            <p:ph type="pic" sz="quarter" idx="13" hasCustomPrompt="1"/>
          </p:nvPr>
        </p:nvSpPr>
        <p:spPr>
          <a:xfrm>
            <a:off x="5212080" y="1009816"/>
            <a:ext cx="6979920" cy="5856573"/>
          </a:xfrm>
          <a:blipFill>
            <a:blip r:embed="rId2">
              <a:alphaModFix amt="60000"/>
            </a:blip>
            <a:stretch>
              <a:fillRect/>
            </a:stretch>
          </a:blipFill>
        </p:spPr>
        <p:txBody>
          <a:bodyPr/>
          <a:lstStyle>
            <a:lvl1pPr>
              <a:defRPr/>
            </a:lvl1pPr>
          </a:lstStyle>
          <a:p>
            <a:r>
              <a:rPr lang="en-US"/>
              <a:t>    </a:t>
            </a:r>
          </a:p>
        </p:txBody>
      </p:sp>
    </p:spTree>
    <p:extLst>
      <p:ext uri="{BB962C8B-B14F-4D97-AF65-F5344CB8AC3E}">
        <p14:creationId xmlns:p14="http://schemas.microsoft.com/office/powerpoint/2010/main" val="4087105212"/>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61"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301752" y="869140"/>
            <a:ext cx="11604046" cy="969206"/>
          </a:xfrm>
          <a:prstGeom prst="rect">
            <a:avLst/>
          </a:prstGeom>
        </p:spPr>
        <p:txBody>
          <a:bodyPr vert="horz" lIns="91440" tIns="45720" rIns="91440" bIns="45720" rtlCol="0" anchor="b">
            <a:normAutofit/>
          </a:bodyPr>
          <a:lstStyle/>
          <a:p>
            <a:r>
              <a:rPr lang="en-US"/>
              <a:t>Click to edit Master title style</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301752" y="210114"/>
            <a:ext cx="1759288" cy="365760"/>
          </a:xfrm>
          <a:prstGeom prst="rect">
            <a:avLst/>
          </a:prstGeom>
        </p:spPr>
        <p:txBody>
          <a:bodyPr vert="horz" lIns="91440" tIns="45720" rIns="91440" bIns="45720" rtlCol="0" anchor="ctr"/>
          <a:lstStyle>
            <a:lvl1pPr algn="l" rtl="0">
              <a:defRPr sz="800" cap="none" spc="0" baseline="0">
                <a:solidFill>
                  <a:schemeClr val="tx1"/>
                </a:solidFill>
              </a:defRPr>
            </a:lvl1pPr>
          </a:lstStyle>
          <a:p>
            <a:fld id="{7DA2CEDE-2AB4-4FB8-9551-E0AA4222B1A3}" type="datetime1">
              <a:rPr lang="en-US" smtClean="0"/>
              <a:pPr/>
              <a:t>3/25/2026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7622485" y="210114"/>
            <a:ext cx="2509284" cy="365760"/>
          </a:xfrm>
          <a:prstGeom prst="rect">
            <a:avLst/>
          </a:prstGeom>
        </p:spPr>
        <p:txBody>
          <a:bodyPr vert="horz" lIns="91440" tIns="45720" rIns="91440" bIns="45720" rtlCol="0" anchor="ctr"/>
          <a:lstStyle>
            <a:lvl1pPr algn="l" rtl="0">
              <a:defRPr sz="800" cap="none" spc="0" baseline="0">
                <a:solidFill>
                  <a:schemeClr val="tx1"/>
                </a:solidFill>
              </a:defRPr>
            </a:lvl1pPr>
          </a:lstStyle>
          <a:p>
            <a:r>
              <a:rPr lang="en-US"/>
              <a:t>Sample Footer Text</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300323" y="210114"/>
            <a:ext cx="605475" cy="365760"/>
          </a:xfrm>
          <a:prstGeom prst="rect">
            <a:avLst/>
          </a:prstGeom>
        </p:spPr>
        <p:txBody>
          <a:bodyPr vert="horz" lIns="91440" tIns="45720" rIns="91440" bIns="45720" rtlCol="0" anchor="ctr"/>
          <a:lstStyle>
            <a:lvl1pPr algn="r" rtl="0">
              <a:defRPr sz="800" cap="none" spc="0" baseline="0">
                <a:solidFill>
                  <a:schemeClr val="tx1"/>
                </a:solidFill>
              </a:defRPr>
            </a:lvl1pPr>
          </a:lstStyle>
          <a:p>
            <a:fld id="{5E0677F5-4A8A-4BF1-96BE-3BAE8FBAFE2E}" type="slidenum">
              <a:rPr lang="en-US" smtClean="0"/>
              <a:pPr/>
              <a:t>‹#›</a:t>
            </a:fld>
            <a:endParaRPr lang="en-US"/>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301752" y="2047284"/>
            <a:ext cx="11604046" cy="423464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6" name="Straight Connector 15">
            <a:extLst>
              <a:ext uri="{FF2B5EF4-FFF2-40B4-BE49-F238E27FC236}">
                <a16:creationId xmlns:a16="http://schemas.microsoft.com/office/drawing/2014/main" id="{A3E5EF3F-856F-01A0-B658-94EAB13FC060}"/>
              </a:ext>
            </a:extLst>
          </p:cNvPr>
          <p:cNvCxnSpPr>
            <a:cxnSpLocks/>
          </p:cNvCxnSpPr>
          <p:nvPr/>
        </p:nvCxnSpPr>
        <p:spPr>
          <a:xfrm flipH="1">
            <a:off x="394716" y="751313"/>
            <a:ext cx="11402568"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9977978"/>
      </p:ext>
    </p:extLst>
  </p:cSld>
  <p:clrMap bg1="dk1" tx1="lt1" bg2="dk2" tx2="lt2" accent1="accent1" accent2="accent2" accent3="accent3" accent4="accent4" accent5="accent5" accent6="accent6" hlink="hlink" folHlink="folHlink"/>
  <p:sldLayoutIdLst>
    <p:sldLayoutId id="2147483814" r:id="rId1"/>
    <p:sldLayoutId id="2147483838" r:id="rId2"/>
    <p:sldLayoutId id="2147483816" r:id="rId3"/>
    <p:sldLayoutId id="2147483817" r:id="rId4"/>
    <p:sldLayoutId id="2147483818" r:id="rId5"/>
    <p:sldLayoutId id="2147483819" r:id="rId6"/>
    <p:sldLayoutId id="2147483820" r:id="rId7"/>
    <p:sldLayoutId id="2147483821" r:id="rId8"/>
    <p:sldLayoutId id="2147483822" r:id="rId9"/>
    <p:sldLayoutId id="2147483823" r:id="rId10"/>
    <p:sldLayoutId id="2147483825" r:id="rId11"/>
    <p:sldLayoutId id="2147483826" r:id="rId12"/>
    <p:sldLayoutId id="2147483827" r:id="rId13"/>
    <p:sldLayoutId id="2147483828" r:id="rId14"/>
    <p:sldLayoutId id="2147483829" r:id="rId15"/>
    <p:sldLayoutId id="2147483830" r:id="rId16"/>
    <p:sldLayoutId id="2147483832" r:id="rId17"/>
    <p:sldLayoutId id="2147483833" r:id="rId18"/>
    <p:sldLayoutId id="2147483835" r:id="rId19"/>
    <p:sldLayoutId id="2147483836" r:id="rId20"/>
    <p:sldLayoutId id="2147483837" r:id="rId21"/>
    <p:sldLayoutId id="2147483839" r:id="rId22"/>
    <p:sldLayoutId id="2147483840" r:id="rId23"/>
    <p:sldLayoutId id="2147483841" r:id="rId24"/>
    <p:sldLayoutId id="2147483842" r:id="rId25"/>
    <p:sldLayoutId id="2147483844" r:id="rId26"/>
    <p:sldLayoutId id="2147483845" r:id="rId27"/>
    <p:sldLayoutId id="2147483846" r:id="rId28"/>
    <p:sldLayoutId id="2147483847" r:id="rId29"/>
    <p:sldLayoutId id="2147483848" r:id="rId30"/>
    <p:sldLayoutId id="2147483849" r:id="rId31"/>
    <p:sldLayoutId id="2147483850" r:id="rId32"/>
    <p:sldLayoutId id="2147483851" r:id="rId33"/>
    <p:sldLayoutId id="2147483852" r:id="rId34"/>
    <p:sldLayoutId id="2147483855" r:id="rId35"/>
    <p:sldLayoutId id="2147483856" r:id="rId36"/>
    <p:sldLayoutId id="2147483857" r:id="rId37"/>
    <p:sldLayoutId id="2147483858" r:id="rId38"/>
    <p:sldLayoutId id="2147483859" r:id="rId39"/>
    <p:sldLayoutId id="2147483861" r:id="rId40"/>
    <p:sldLayoutId id="2147483862" r:id="rId41"/>
    <p:sldLayoutId id="2147483863" r:id="rId42"/>
    <p:sldLayoutId id="2147483864" r:id="rId43"/>
    <p:sldLayoutId id="2147483865" r:id="rId44"/>
    <p:sldLayoutId id="2147483866" r:id="rId45"/>
    <p:sldLayoutId id="2147483867" r:id="rId46"/>
    <p:sldLayoutId id="2147483868" r:id="rId47"/>
    <p:sldLayoutId id="2147483870" r:id="rId48"/>
    <p:sldLayoutId id="2147483871" r:id="rId49"/>
    <p:sldLayoutId id="2147483872" r:id="rId50"/>
    <p:sldLayoutId id="2147483873" r:id="rId51"/>
    <p:sldLayoutId id="2147483874" r:id="rId52"/>
    <p:sldLayoutId id="2147483875" r:id="rId53"/>
    <p:sldLayoutId id="2147483876" r:id="rId54"/>
    <p:sldLayoutId id="2147483877" r:id="rId55"/>
    <p:sldLayoutId id="2147483878" r:id="rId56"/>
    <p:sldLayoutId id="2147483879" r:id="rId57"/>
    <p:sldLayoutId id="2147483880" r:id="rId58"/>
    <p:sldLayoutId id="2147483881" r:id="rId59"/>
    <p:sldLayoutId id="2147483882" r:id="rId60"/>
  </p:sldLayoutIdLst>
  <p:hf hdr="0"/>
  <p:txStyles>
    <p:titleStyle>
      <a:lvl1pPr algn="l" defTabSz="914400" rtl="0" eaLnBrk="1" latinLnBrk="0" hangingPunct="1">
        <a:lnSpc>
          <a:spcPct val="85000"/>
        </a:lnSpc>
        <a:spcBef>
          <a:spcPct val="0"/>
        </a:spcBef>
        <a:buNone/>
        <a:defRPr sz="2800" b="0" kern="1200" spc="0" baseline="0">
          <a:solidFill>
            <a:schemeClr val="tx1"/>
          </a:solidFill>
          <a:latin typeface="+mj-lt"/>
          <a:ea typeface="+mj-ea"/>
          <a:cs typeface="+mj-cs"/>
        </a:defRPr>
      </a:lvl1pPr>
    </p:titleStyle>
    <p:bodyStyle>
      <a:lvl1pPr marL="0" indent="0" algn="l" defTabSz="914400" rtl="0" eaLnBrk="1" latinLnBrk="0" hangingPunct="1">
        <a:lnSpc>
          <a:spcPct val="120000"/>
        </a:lnSpc>
        <a:spcBef>
          <a:spcPts val="1000"/>
        </a:spcBef>
        <a:buFont typeface="Arial" panose="020B0604020202020204" pitchFamily="34" charset="0"/>
        <a:buNone/>
        <a:defRPr sz="1400" kern="1200" spc="0">
          <a:solidFill>
            <a:schemeClr val="tx1"/>
          </a:solidFill>
          <a:latin typeface="+mn-lt"/>
          <a:ea typeface="+mn-ea"/>
          <a:cs typeface="+mn-cs"/>
        </a:defRPr>
      </a:lvl1pPr>
      <a:lvl2pPr marL="2286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2pPr>
      <a:lvl3pPr marL="4572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3pPr>
      <a:lvl4pPr marL="6858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4pPr>
      <a:lvl5pPr marL="9144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pos="168" userDrawn="1">
          <p15:clr>
            <a:srgbClr val="F26B43"/>
          </p15:clr>
        </p15:guide>
        <p15:guide id="22" orient="horz" pos="2160" userDrawn="1">
          <p15:clr>
            <a:srgbClr val="F26B43"/>
          </p15:clr>
        </p15:guide>
        <p15:guide id="23" pos="4800" userDrawn="1">
          <p15:clr>
            <a:srgbClr val="F26B43"/>
          </p15:clr>
        </p15:guide>
        <p15:guide id="24" orient="horz" pos="480" userDrawn="1">
          <p15:clr>
            <a:srgbClr val="F26B43"/>
          </p15:clr>
        </p15:guide>
        <p15:guide id="25" orient="horz" pos="864" userDrawn="1">
          <p15:clr>
            <a:srgbClr val="F26B43"/>
          </p15:clr>
        </p15:guide>
        <p15:guide id="26" pos="7392" userDrawn="1">
          <p15:clr>
            <a:srgbClr val="F26B43"/>
          </p15:clr>
        </p15:guide>
        <p15:guide id="27" orient="horz" pos="3840" userDrawn="1">
          <p15:clr>
            <a:srgbClr val="F26B43"/>
          </p15:clr>
        </p15:guide>
        <p15:guide id="28" pos="240" userDrawn="1">
          <p15:clr>
            <a:srgbClr val="F26B43"/>
          </p15:clr>
        </p15:guide>
        <p15:guide id="29" pos="74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CF602C14-387E-56A4-EE7D-CD69FC70AB75}"/>
              </a:ext>
            </a:extLst>
          </p:cNvPr>
          <p:cNvSpPr>
            <a:spLocks noGrp="1"/>
          </p:cNvSpPr>
          <p:nvPr>
            <p:ph type="title"/>
          </p:nvPr>
        </p:nvSpPr>
        <p:spPr>
          <a:xfrm>
            <a:off x="1382" y="-2611"/>
            <a:ext cx="6648226" cy="6857999"/>
          </a:xfrm>
        </p:spPr>
        <p:txBody>
          <a:bodyPr>
            <a:normAutofit/>
          </a:bodyPr>
          <a:lstStyle/>
          <a:p>
            <a:r>
              <a:rPr lang="en-US" sz="9600"/>
              <a:t>Levski</a:t>
            </a:r>
            <a:endParaRPr lang="en-US"/>
          </a:p>
        </p:txBody>
      </p:sp>
      <p:sp>
        <p:nvSpPr>
          <p:cNvPr id="4" name="Subtitle 3">
            <a:extLst>
              <a:ext uri="{FF2B5EF4-FFF2-40B4-BE49-F238E27FC236}">
                <a16:creationId xmlns:a16="http://schemas.microsoft.com/office/drawing/2014/main" id="{466C8FFB-F995-A7E3-87E1-AF564250CEF2}"/>
              </a:ext>
            </a:extLst>
          </p:cNvPr>
          <p:cNvSpPr>
            <a:spLocks noGrp="1"/>
          </p:cNvSpPr>
          <p:nvPr>
            <p:ph type="subTitle" idx="1"/>
          </p:nvPr>
        </p:nvSpPr>
        <p:spPr>
          <a:xfrm>
            <a:off x="-2139863" y="4197286"/>
            <a:ext cx="6096000" cy="4456112"/>
          </a:xfrm>
        </p:spPr>
        <p:txBody>
          <a:bodyPr/>
          <a:lstStyle/>
          <a:p>
            <a:r>
              <a:rPr lang="en-US"/>
              <a:t>Presentation subtitle</a:t>
            </a:r>
          </a:p>
        </p:txBody>
      </p:sp>
      <p:sp>
        <p:nvSpPr>
          <p:cNvPr id="6" name="Footer Placeholder 5">
            <a:extLst>
              <a:ext uri="{FF2B5EF4-FFF2-40B4-BE49-F238E27FC236}">
                <a16:creationId xmlns:a16="http://schemas.microsoft.com/office/drawing/2014/main" id="{4E1ACC47-C757-062A-17D4-0E2EF4672317}"/>
              </a:ext>
            </a:extLst>
          </p:cNvPr>
          <p:cNvSpPr>
            <a:spLocks noGrp="1"/>
          </p:cNvSpPr>
          <p:nvPr>
            <p:ph type="ftr" sz="quarter" idx="15"/>
          </p:nvPr>
        </p:nvSpPr>
        <p:spPr>
          <a:xfrm>
            <a:off x="7622485" y="210114"/>
            <a:ext cx="2509284" cy="365760"/>
          </a:xfrm>
        </p:spPr>
        <p:txBody>
          <a:bodyPr/>
          <a:lstStyle/>
          <a:p>
            <a:r>
              <a:rPr lang="en-US"/>
              <a:t>Sample Footer Text</a:t>
            </a:r>
          </a:p>
        </p:txBody>
      </p:sp>
      <p:sp>
        <p:nvSpPr>
          <p:cNvPr id="7" name="Slide Number Placeholder 6">
            <a:extLst>
              <a:ext uri="{FF2B5EF4-FFF2-40B4-BE49-F238E27FC236}">
                <a16:creationId xmlns:a16="http://schemas.microsoft.com/office/drawing/2014/main" id="{EB79E76C-BD5C-5C0A-4719-29DD86BA9210}"/>
              </a:ext>
            </a:extLst>
          </p:cNvPr>
          <p:cNvSpPr>
            <a:spLocks noGrp="1"/>
          </p:cNvSpPr>
          <p:nvPr>
            <p:ph type="sldNum" sz="quarter" idx="16"/>
          </p:nvPr>
        </p:nvSpPr>
        <p:spPr>
          <a:xfrm>
            <a:off x="11300323" y="210114"/>
            <a:ext cx="605475" cy="365760"/>
          </a:xfrm>
        </p:spPr>
        <p:txBody>
          <a:bodyPr/>
          <a:lstStyle/>
          <a:p>
            <a:fld id="{5E0677F5-4A8A-4BF1-96BE-3BAE8FBAFE2E}" type="slidenum">
              <a:rPr lang="en-US" smtClean="0"/>
              <a:pPr/>
              <a:t>1</a:t>
            </a:fld>
            <a:endParaRPr lang="en-US"/>
          </a:p>
        </p:txBody>
      </p:sp>
      <p:sp>
        <p:nvSpPr>
          <p:cNvPr id="9" name="Rectangle 8">
            <a:extLst>
              <a:ext uri="{FF2B5EF4-FFF2-40B4-BE49-F238E27FC236}">
                <a16:creationId xmlns:a16="http://schemas.microsoft.com/office/drawing/2014/main" id="{6645FFEA-C216-5F93-7435-6A491407EBBC}"/>
              </a:ext>
            </a:extLst>
          </p:cNvPr>
          <p:cNvSpPr/>
          <p:nvPr/>
        </p:nvSpPr>
        <p:spPr>
          <a:xfrm>
            <a:off x="3758184" y="3922776"/>
            <a:ext cx="3675888" cy="77724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D0A0AEEB-472E-6D40-5720-441D36C786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52915" y="1346772"/>
            <a:ext cx="5686425" cy="3981450"/>
          </a:xfrm>
          <a:prstGeom prst="rect">
            <a:avLst/>
          </a:prstGeom>
        </p:spPr>
      </p:pic>
    </p:spTree>
    <p:extLst>
      <p:ext uri="{BB962C8B-B14F-4D97-AF65-F5344CB8AC3E}">
        <p14:creationId xmlns:p14="http://schemas.microsoft.com/office/powerpoint/2010/main" val="36231163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D72386-31AF-45C4-A7CA-5D0ECB26FEAE}"/>
              </a:ext>
            </a:extLst>
          </p:cNvPr>
          <p:cNvSpPr>
            <a:spLocks noGrp="1"/>
          </p:cNvSpPr>
          <p:nvPr>
            <p:ph type="title"/>
          </p:nvPr>
        </p:nvSpPr>
        <p:spPr/>
        <p:txBody>
          <a:bodyPr>
            <a:normAutofit fontScale="90000"/>
          </a:bodyPr>
          <a:lstStyle/>
          <a:p>
            <a:r>
              <a:rPr lang="en-US" sz="6000">
                <a:solidFill>
                  <a:srgbClr val="3C6CA8"/>
                </a:solidFill>
                <a:ea typeface="+mj-lt"/>
                <a:cs typeface="+mj-lt"/>
              </a:rPr>
              <a:t>About the project</a:t>
            </a:r>
            <a:endParaRPr lang="en-US"/>
          </a:p>
        </p:txBody>
      </p:sp>
      <p:sp>
        <p:nvSpPr>
          <p:cNvPr id="3" name="Date Placeholder 2">
            <a:extLst>
              <a:ext uri="{FF2B5EF4-FFF2-40B4-BE49-F238E27FC236}">
                <a16:creationId xmlns:a16="http://schemas.microsoft.com/office/drawing/2014/main" id="{917C7586-6A6F-F711-027F-524F6E7536AD}"/>
              </a:ext>
            </a:extLst>
          </p:cNvPr>
          <p:cNvSpPr>
            <a:spLocks noGrp="1"/>
          </p:cNvSpPr>
          <p:nvPr>
            <p:ph type="dt" sz="half" idx="14"/>
          </p:nvPr>
        </p:nvSpPr>
        <p:spPr/>
        <p:txBody>
          <a:bodyPr/>
          <a:lstStyle/>
          <a:p>
            <a:fld id="{80EE6BAA-0080-49BB-A5F6-D96B22DFE410}" type="datetime1">
              <a:rPr lang="en-US" smtClean="0"/>
              <a:t>3/25/2026</a:t>
            </a:fld>
            <a:endParaRPr lang="en-US"/>
          </a:p>
        </p:txBody>
      </p:sp>
      <p:sp>
        <p:nvSpPr>
          <p:cNvPr id="4" name="Footer Placeholder 3">
            <a:extLst>
              <a:ext uri="{FF2B5EF4-FFF2-40B4-BE49-F238E27FC236}">
                <a16:creationId xmlns:a16="http://schemas.microsoft.com/office/drawing/2014/main" id="{81C14E6A-3363-EF61-65D7-15C7E41C3267}"/>
              </a:ext>
            </a:extLst>
          </p:cNvPr>
          <p:cNvSpPr>
            <a:spLocks noGrp="1"/>
          </p:cNvSpPr>
          <p:nvPr>
            <p:ph type="ftr" sz="quarter" idx="15"/>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0D004D61-C038-BAD7-F02F-5469C662AB6F}"/>
              </a:ext>
            </a:extLst>
          </p:cNvPr>
          <p:cNvSpPr>
            <a:spLocks noGrp="1"/>
          </p:cNvSpPr>
          <p:nvPr>
            <p:ph type="sldNum" sz="quarter" idx="16"/>
          </p:nvPr>
        </p:nvSpPr>
        <p:spPr/>
        <p:txBody>
          <a:bodyPr/>
          <a:lstStyle/>
          <a:p>
            <a:fld id="{5E0677F5-4A8A-4BF1-96BE-3BAE8FBAFE2E}" type="slidenum">
              <a:rPr lang="en-US" smtClean="0"/>
              <a:t>2</a:t>
            </a:fld>
            <a:endParaRPr lang="en-US"/>
          </a:p>
        </p:txBody>
      </p:sp>
      <p:sp>
        <p:nvSpPr>
          <p:cNvPr id="6" name="Content Placeholder 5">
            <a:extLst>
              <a:ext uri="{FF2B5EF4-FFF2-40B4-BE49-F238E27FC236}">
                <a16:creationId xmlns:a16="http://schemas.microsoft.com/office/drawing/2014/main" id="{581292A2-A4E7-9422-1177-CB3A415D2491}"/>
              </a:ext>
            </a:extLst>
          </p:cNvPr>
          <p:cNvSpPr>
            <a:spLocks noGrp="1"/>
          </p:cNvSpPr>
          <p:nvPr>
            <p:ph sz="quarter" idx="13"/>
          </p:nvPr>
        </p:nvSpPr>
        <p:spPr/>
        <p:txBody>
          <a:bodyPr vert="horz" lIns="91440" tIns="45720" rIns="91440" bIns="45720" rtlCol="0" anchor="t">
            <a:normAutofit/>
          </a:bodyPr>
          <a:lstStyle/>
          <a:p>
            <a:r>
              <a:rPr lang="en-US" sz="2400">
                <a:ea typeface="+mn-lt"/>
                <a:cs typeface="+mn-lt"/>
              </a:rPr>
              <a:t>Levski is an interactive, console-based e-learning system for 9th grade mathematics, including lessons on linear equations, algebraic expressions, geometry, and fundamentals of statistics. Students can practice through two sets of exercises and three homework assignments, then take randomized tests with 20 multiple-choice questions, generated from a set of 32 questions.</a:t>
            </a:r>
            <a:endParaRPr lang="en-US"/>
          </a:p>
        </p:txBody>
      </p:sp>
    </p:spTree>
    <p:extLst>
      <p:ext uri="{BB962C8B-B14F-4D97-AF65-F5344CB8AC3E}">
        <p14:creationId xmlns:p14="http://schemas.microsoft.com/office/powerpoint/2010/main" val="24772350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98F477-9886-852E-E365-4CA323BB16F7}"/>
              </a:ext>
            </a:extLst>
          </p:cNvPr>
          <p:cNvSpPr>
            <a:spLocks noGrp="1"/>
          </p:cNvSpPr>
          <p:nvPr>
            <p:ph type="title"/>
          </p:nvPr>
        </p:nvSpPr>
        <p:spPr/>
        <p:txBody>
          <a:bodyPr>
            <a:normAutofit fontScale="90000"/>
          </a:bodyPr>
          <a:lstStyle/>
          <a:p>
            <a:r>
              <a:rPr lang="en-US" sz="6700">
                <a:solidFill>
                  <a:srgbClr val="3C6CA8"/>
                </a:solidFill>
                <a:ea typeface="+mj-lt"/>
                <a:cs typeface="+mj-lt"/>
              </a:rPr>
              <a:t>Project overview</a:t>
            </a:r>
            <a:endParaRPr lang="en-US"/>
          </a:p>
        </p:txBody>
      </p:sp>
      <p:sp>
        <p:nvSpPr>
          <p:cNvPr id="3" name="Date Placeholder 2">
            <a:extLst>
              <a:ext uri="{FF2B5EF4-FFF2-40B4-BE49-F238E27FC236}">
                <a16:creationId xmlns:a16="http://schemas.microsoft.com/office/drawing/2014/main" id="{4B3C671B-A51A-93E0-D13F-F2C9597ABA56}"/>
              </a:ext>
            </a:extLst>
          </p:cNvPr>
          <p:cNvSpPr>
            <a:spLocks noGrp="1"/>
          </p:cNvSpPr>
          <p:nvPr>
            <p:ph type="dt" sz="half" idx="14"/>
          </p:nvPr>
        </p:nvSpPr>
        <p:spPr/>
        <p:txBody>
          <a:bodyPr/>
          <a:lstStyle/>
          <a:p>
            <a:fld id="{80EE6BAA-0080-49BB-A5F6-D96B22DFE410}" type="datetime1">
              <a:rPr lang="en-US" smtClean="0"/>
              <a:t>3/25/2026</a:t>
            </a:fld>
            <a:endParaRPr lang="en-US"/>
          </a:p>
        </p:txBody>
      </p:sp>
      <p:sp>
        <p:nvSpPr>
          <p:cNvPr id="4" name="Footer Placeholder 3">
            <a:extLst>
              <a:ext uri="{FF2B5EF4-FFF2-40B4-BE49-F238E27FC236}">
                <a16:creationId xmlns:a16="http://schemas.microsoft.com/office/drawing/2014/main" id="{27786421-58FD-0F2E-A6AB-0286C1421BC2}"/>
              </a:ext>
            </a:extLst>
          </p:cNvPr>
          <p:cNvSpPr>
            <a:spLocks noGrp="1"/>
          </p:cNvSpPr>
          <p:nvPr>
            <p:ph type="ftr" sz="quarter" idx="15"/>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BCF45A3A-6FAE-9586-3F21-D0D77796AA72}"/>
              </a:ext>
            </a:extLst>
          </p:cNvPr>
          <p:cNvSpPr>
            <a:spLocks noGrp="1"/>
          </p:cNvSpPr>
          <p:nvPr>
            <p:ph type="sldNum" sz="quarter" idx="16"/>
          </p:nvPr>
        </p:nvSpPr>
        <p:spPr/>
        <p:txBody>
          <a:bodyPr/>
          <a:lstStyle/>
          <a:p>
            <a:fld id="{5E0677F5-4A8A-4BF1-96BE-3BAE8FBAFE2E}" type="slidenum">
              <a:rPr lang="en-US" smtClean="0"/>
              <a:t>3</a:t>
            </a:fld>
            <a:endParaRPr lang="en-US"/>
          </a:p>
        </p:txBody>
      </p:sp>
      <p:sp>
        <p:nvSpPr>
          <p:cNvPr id="6" name="Content Placeholder 5">
            <a:extLst>
              <a:ext uri="{FF2B5EF4-FFF2-40B4-BE49-F238E27FC236}">
                <a16:creationId xmlns:a16="http://schemas.microsoft.com/office/drawing/2014/main" id="{432367FC-A3E2-6604-5386-1FDFE16067F2}"/>
              </a:ext>
            </a:extLst>
          </p:cNvPr>
          <p:cNvSpPr>
            <a:spLocks noGrp="1"/>
          </p:cNvSpPr>
          <p:nvPr>
            <p:ph sz="quarter" idx="13"/>
          </p:nvPr>
        </p:nvSpPr>
        <p:spPr/>
        <p:txBody>
          <a:bodyPr vert="horz" lIns="91440" tIns="45720" rIns="91440" bIns="45720" rtlCol="0" anchor="t">
            <a:normAutofit/>
          </a:bodyPr>
          <a:lstStyle/>
          <a:p>
            <a:r>
              <a:rPr lang="en-US" sz="2400">
                <a:ea typeface="+mn-lt"/>
                <a:cs typeface="+mn-lt"/>
              </a:rPr>
              <a:t>Users navigate through a console menu to access lessons, perform practice exercises, and work on homework. After preparing, they take a random test and receive immediate feedback with their score, grade, and performance statistics.</a:t>
            </a:r>
            <a:endParaRPr lang="en-US"/>
          </a:p>
        </p:txBody>
      </p:sp>
    </p:spTree>
    <p:extLst>
      <p:ext uri="{BB962C8B-B14F-4D97-AF65-F5344CB8AC3E}">
        <p14:creationId xmlns:p14="http://schemas.microsoft.com/office/powerpoint/2010/main" val="36690390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BFA4D2-D725-65CD-B4EC-0F7710DD9038}"/>
              </a:ext>
            </a:extLst>
          </p:cNvPr>
          <p:cNvSpPr>
            <a:spLocks noGrp="1"/>
          </p:cNvSpPr>
          <p:nvPr>
            <p:ph type="title"/>
          </p:nvPr>
        </p:nvSpPr>
        <p:spPr>
          <a:xfrm>
            <a:off x="1092689" y="1175624"/>
            <a:ext cx="9830017" cy="731520"/>
          </a:xfrm>
        </p:spPr>
        <p:txBody>
          <a:bodyPr>
            <a:normAutofit fontScale="90000"/>
          </a:bodyPr>
          <a:lstStyle/>
          <a:p>
            <a:pPr algn="ctr"/>
            <a:r>
              <a:rPr lang="en-US" sz="6000">
                <a:solidFill>
                  <a:srgbClr val="3C6CA8"/>
                </a:solidFill>
                <a:ea typeface="+mj-lt"/>
                <a:cs typeface="+mj-lt"/>
              </a:rPr>
              <a:t>Features</a:t>
            </a:r>
            <a:endParaRPr lang="en-US"/>
          </a:p>
          <a:p>
            <a:pPr algn="ctr"/>
            <a:endParaRPr lang="en-US"/>
          </a:p>
          <a:p>
            <a:pPr algn="ctr"/>
            <a:endParaRPr lang="en-US"/>
          </a:p>
        </p:txBody>
      </p:sp>
      <p:sp>
        <p:nvSpPr>
          <p:cNvPr id="3" name="Date Placeholder 2">
            <a:extLst>
              <a:ext uri="{FF2B5EF4-FFF2-40B4-BE49-F238E27FC236}">
                <a16:creationId xmlns:a16="http://schemas.microsoft.com/office/drawing/2014/main" id="{E896F697-E1A6-CAED-407A-595EAD1F10DA}"/>
              </a:ext>
            </a:extLst>
          </p:cNvPr>
          <p:cNvSpPr>
            <a:spLocks noGrp="1"/>
          </p:cNvSpPr>
          <p:nvPr>
            <p:ph type="dt" sz="half" idx="14"/>
          </p:nvPr>
        </p:nvSpPr>
        <p:spPr/>
        <p:txBody>
          <a:bodyPr/>
          <a:lstStyle/>
          <a:p>
            <a:fld id="{80EE6BAA-0080-49BB-A5F6-D96B22DFE410}" type="datetime1">
              <a:rPr lang="en-US" smtClean="0"/>
              <a:t>3/25/2026</a:t>
            </a:fld>
            <a:endParaRPr lang="en-US"/>
          </a:p>
        </p:txBody>
      </p:sp>
      <p:sp>
        <p:nvSpPr>
          <p:cNvPr id="4" name="Footer Placeholder 3">
            <a:extLst>
              <a:ext uri="{FF2B5EF4-FFF2-40B4-BE49-F238E27FC236}">
                <a16:creationId xmlns:a16="http://schemas.microsoft.com/office/drawing/2014/main" id="{C7214AD2-6D8C-8A7B-CA5E-5F031AD036FB}"/>
              </a:ext>
            </a:extLst>
          </p:cNvPr>
          <p:cNvSpPr>
            <a:spLocks noGrp="1"/>
          </p:cNvSpPr>
          <p:nvPr>
            <p:ph type="ftr" sz="quarter" idx="15"/>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69A12CE8-E2B3-08F5-489B-33E4BACE3CFA}"/>
              </a:ext>
            </a:extLst>
          </p:cNvPr>
          <p:cNvSpPr>
            <a:spLocks noGrp="1"/>
          </p:cNvSpPr>
          <p:nvPr>
            <p:ph type="sldNum" sz="quarter" idx="16"/>
          </p:nvPr>
        </p:nvSpPr>
        <p:spPr/>
        <p:txBody>
          <a:bodyPr/>
          <a:lstStyle/>
          <a:p>
            <a:fld id="{5E0677F5-4A8A-4BF1-96BE-3BAE8FBAFE2E}" type="slidenum">
              <a:rPr lang="en-US" smtClean="0"/>
              <a:t>4</a:t>
            </a:fld>
            <a:endParaRPr lang="en-US"/>
          </a:p>
        </p:txBody>
      </p:sp>
      <p:sp>
        <p:nvSpPr>
          <p:cNvPr id="6" name="Content Placeholder 5">
            <a:extLst>
              <a:ext uri="{FF2B5EF4-FFF2-40B4-BE49-F238E27FC236}">
                <a16:creationId xmlns:a16="http://schemas.microsoft.com/office/drawing/2014/main" id="{87FFE248-CDA0-DDA2-6DEA-E223E2643202}"/>
              </a:ext>
            </a:extLst>
          </p:cNvPr>
          <p:cNvSpPr>
            <a:spLocks noGrp="1"/>
          </p:cNvSpPr>
          <p:nvPr>
            <p:ph sz="quarter" idx="13"/>
          </p:nvPr>
        </p:nvSpPr>
        <p:spPr/>
        <p:txBody>
          <a:bodyPr vert="horz" lIns="91440" tIns="45720" rIns="91440" bIns="45720" rtlCol="0" anchor="t">
            <a:normAutofit/>
          </a:bodyPr>
          <a:lstStyle/>
          <a:p>
            <a:r>
              <a:rPr lang="en-US" sz="2400">
                <a:ea typeface="+mn-lt"/>
                <a:cs typeface="+mn-lt"/>
              </a:rPr>
              <a:t>The system features an interactive console interface with structured math lessons, practice exercises, and homework to support learning. It also includes randomized test generation, automatic grading, and a detailed statistics panel that tracks performance, class averages, and category scores. </a:t>
            </a:r>
            <a:endParaRPr lang="en-US"/>
          </a:p>
          <a:p>
            <a:endParaRPr lang="en-US"/>
          </a:p>
          <a:p>
            <a:endParaRPr lang="en-US"/>
          </a:p>
        </p:txBody>
      </p:sp>
    </p:spTree>
    <p:extLst>
      <p:ext uri="{BB962C8B-B14F-4D97-AF65-F5344CB8AC3E}">
        <p14:creationId xmlns:p14="http://schemas.microsoft.com/office/powerpoint/2010/main" val="24909803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99E65-9246-95E0-5B36-44CA8F6F061E}"/>
              </a:ext>
            </a:extLst>
          </p:cNvPr>
          <p:cNvSpPr>
            <a:spLocks noGrp="1"/>
          </p:cNvSpPr>
          <p:nvPr>
            <p:ph type="title"/>
          </p:nvPr>
        </p:nvSpPr>
        <p:spPr>
          <a:xfrm>
            <a:off x="3996930" y="576145"/>
            <a:ext cx="6134839" cy="731520"/>
          </a:xfrm>
        </p:spPr>
        <p:txBody>
          <a:bodyPr>
            <a:normAutofit fontScale="90000"/>
          </a:bodyPr>
          <a:lstStyle/>
          <a:p>
            <a:r>
              <a:rPr lang="en-US" sz="7700">
                <a:solidFill>
                  <a:srgbClr val="3C6CA8"/>
                </a:solidFill>
                <a:ea typeface="+mj-lt"/>
                <a:cs typeface="+mj-lt"/>
              </a:rPr>
              <a:t>Our team</a:t>
            </a:r>
            <a:endParaRPr lang="en-US"/>
          </a:p>
        </p:txBody>
      </p:sp>
      <p:sp>
        <p:nvSpPr>
          <p:cNvPr id="3" name="Date Placeholder 2">
            <a:extLst>
              <a:ext uri="{FF2B5EF4-FFF2-40B4-BE49-F238E27FC236}">
                <a16:creationId xmlns:a16="http://schemas.microsoft.com/office/drawing/2014/main" id="{91E0EC22-42EB-B895-D24D-188B1C388849}"/>
              </a:ext>
            </a:extLst>
          </p:cNvPr>
          <p:cNvSpPr>
            <a:spLocks noGrp="1"/>
          </p:cNvSpPr>
          <p:nvPr>
            <p:ph type="dt" sz="half" idx="14"/>
          </p:nvPr>
        </p:nvSpPr>
        <p:spPr/>
        <p:txBody>
          <a:bodyPr/>
          <a:lstStyle/>
          <a:p>
            <a:fld id="{80EE6BAA-0080-49BB-A5F6-D96B22DFE410}" type="datetime1">
              <a:rPr lang="en-US" smtClean="0"/>
              <a:t>3/25/2026</a:t>
            </a:fld>
            <a:endParaRPr lang="en-US"/>
          </a:p>
        </p:txBody>
      </p:sp>
      <p:sp>
        <p:nvSpPr>
          <p:cNvPr id="4" name="Footer Placeholder 3">
            <a:extLst>
              <a:ext uri="{FF2B5EF4-FFF2-40B4-BE49-F238E27FC236}">
                <a16:creationId xmlns:a16="http://schemas.microsoft.com/office/drawing/2014/main" id="{E72214A4-935A-C18B-B685-CC64E085801A}"/>
              </a:ext>
            </a:extLst>
          </p:cNvPr>
          <p:cNvSpPr>
            <a:spLocks noGrp="1"/>
          </p:cNvSpPr>
          <p:nvPr>
            <p:ph type="ftr" sz="quarter" idx="15"/>
          </p:nvPr>
        </p:nvSpPr>
        <p:spPr>
          <a:xfrm>
            <a:off x="357389" y="4970004"/>
            <a:ext cx="11423640" cy="731102"/>
          </a:xfrm>
        </p:spPr>
        <p:txBody>
          <a:bodyPr/>
          <a:lstStyle/>
          <a:p>
            <a:r>
              <a:rPr lang="en-US" sz="2000"/>
              <a:t>Николай Иванов                 Филип Филипов                   Васил Заракян                   Виктор Георгиев</a:t>
            </a:r>
          </a:p>
          <a:p>
            <a:r>
              <a:rPr lang="en-US" sz="2000"/>
              <a:t>    Scrum trainer                  front-end develper              back-end developer                       designer</a:t>
            </a:r>
          </a:p>
        </p:txBody>
      </p:sp>
      <p:sp>
        <p:nvSpPr>
          <p:cNvPr id="5" name="Slide Number Placeholder 4">
            <a:extLst>
              <a:ext uri="{FF2B5EF4-FFF2-40B4-BE49-F238E27FC236}">
                <a16:creationId xmlns:a16="http://schemas.microsoft.com/office/drawing/2014/main" id="{A9EEBDFD-46F1-892B-AF69-C808C31347C9}"/>
              </a:ext>
            </a:extLst>
          </p:cNvPr>
          <p:cNvSpPr>
            <a:spLocks noGrp="1"/>
          </p:cNvSpPr>
          <p:nvPr>
            <p:ph type="sldNum" sz="quarter" idx="16"/>
          </p:nvPr>
        </p:nvSpPr>
        <p:spPr/>
        <p:txBody>
          <a:bodyPr/>
          <a:lstStyle/>
          <a:p>
            <a:fld id="{5E0677F5-4A8A-4BF1-96BE-3BAE8FBAFE2E}" type="slidenum">
              <a:rPr lang="en-US" smtClean="0"/>
              <a:t>5</a:t>
            </a:fld>
            <a:endParaRPr lang="en-US"/>
          </a:p>
        </p:txBody>
      </p:sp>
      <p:pic>
        <p:nvPicPr>
          <p:cNvPr id="7" name="Content Placeholder 6" descr="A child in a blue shirt&#10;&#10;AI-generated content may be incorrect.">
            <a:extLst>
              <a:ext uri="{FF2B5EF4-FFF2-40B4-BE49-F238E27FC236}">
                <a16:creationId xmlns:a16="http://schemas.microsoft.com/office/drawing/2014/main" id="{5C0DE314-3357-B53D-D154-A779FC30C52A}"/>
              </a:ext>
            </a:extLst>
          </p:cNvPr>
          <p:cNvPicPr>
            <a:picLocks noGrp="1" noChangeAspect="1"/>
          </p:cNvPicPr>
          <p:nvPr>
            <p:ph sz="quarter" idx="13"/>
          </p:nvPr>
        </p:nvPicPr>
        <p:blipFill>
          <a:blip r:embed="rId3"/>
          <a:stretch>
            <a:fillRect/>
          </a:stretch>
        </p:blipFill>
        <p:spPr>
          <a:xfrm>
            <a:off x="3178176" y="2053434"/>
            <a:ext cx="2685225" cy="2666791"/>
          </a:xfrm>
          <a:prstGeom prst="rect">
            <a:avLst/>
          </a:prstGeom>
        </p:spPr>
      </p:pic>
      <p:pic>
        <p:nvPicPr>
          <p:cNvPr id="8" name="Picture 7" descr="A child with a yellow lanyard&#10;&#10;AI-generated content may be incorrect.">
            <a:extLst>
              <a:ext uri="{FF2B5EF4-FFF2-40B4-BE49-F238E27FC236}">
                <a16:creationId xmlns:a16="http://schemas.microsoft.com/office/drawing/2014/main" id="{467C0DCF-CAE5-8FDB-1CF3-7B633EEA50E3}"/>
              </a:ext>
            </a:extLst>
          </p:cNvPr>
          <p:cNvPicPr>
            <a:picLocks noChangeAspect="1"/>
          </p:cNvPicPr>
          <p:nvPr/>
        </p:nvPicPr>
        <p:blipFill>
          <a:blip r:embed="rId4"/>
          <a:stretch>
            <a:fillRect/>
          </a:stretch>
        </p:blipFill>
        <p:spPr>
          <a:xfrm>
            <a:off x="9075172" y="2061053"/>
            <a:ext cx="2705492" cy="2652387"/>
          </a:xfrm>
          <a:prstGeom prst="rect">
            <a:avLst/>
          </a:prstGeom>
        </p:spPr>
      </p:pic>
      <p:pic>
        <p:nvPicPr>
          <p:cNvPr id="9" name="Picture 8" descr="A child in a blue shirt&#10;&#10;AI-generated content may be incorrect.">
            <a:extLst>
              <a:ext uri="{FF2B5EF4-FFF2-40B4-BE49-F238E27FC236}">
                <a16:creationId xmlns:a16="http://schemas.microsoft.com/office/drawing/2014/main" id="{5EC17037-C1ED-3F7F-AA90-5DCFB61934F5}"/>
              </a:ext>
            </a:extLst>
          </p:cNvPr>
          <p:cNvPicPr>
            <a:picLocks noChangeAspect="1"/>
          </p:cNvPicPr>
          <p:nvPr/>
        </p:nvPicPr>
        <p:blipFill>
          <a:blip r:embed="rId5"/>
          <a:stretch>
            <a:fillRect/>
          </a:stretch>
        </p:blipFill>
        <p:spPr>
          <a:xfrm>
            <a:off x="6101154" y="2057204"/>
            <a:ext cx="2693227" cy="2660085"/>
          </a:xfrm>
          <a:prstGeom prst="rect">
            <a:avLst/>
          </a:prstGeom>
        </p:spPr>
      </p:pic>
      <p:pic>
        <p:nvPicPr>
          <p:cNvPr id="10" name="Picture 9" descr="A child with a white shirt and green lanyard&#10;&#10;AI-generated content may be incorrect.">
            <a:extLst>
              <a:ext uri="{FF2B5EF4-FFF2-40B4-BE49-F238E27FC236}">
                <a16:creationId xmlns:a16="http://schemas.microsoft.com/office/drawing/2014/main" id="{8344D972-1A05-37A6-DD46-DA0E388784E0}"/>
              </a:ext>
            </a:extLst>
          </p:cNvPr>
          <p:cNvPicPr>
            <a:picLocks noChangeAspect="1"/>
          </p:cNvPicPr>
          <p:nvPr/>
        </p:nvPicPr>
        <p:blipFill>
          <a:blip r:embed="rId6"/>
          <a:stretch>
            <a:fillRect/>
          </a:stretch>
        </p:blipFill>
        <p:spPr>
          <a:xfrm>
            <a:off x="359145" y="2050615"/>
            <a:ext cx="2684615" cy="2652388"/>
          </a:xfrm>
          <a:prstGeom prst="rect">
            <a:avLst/>
          </a:prstGeom>
        </p:spPr>
      </p:pic>
    </p:spTree>
    <p:extLst>
      <p:ext uri="{BB962C8B-B14F-4D97-AF65-F5344CB8AC3E}">
        <p14:creationId xmlns:p14="http://schemas.microsoft.com/office/powerpoint/2010/main" val="42076145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A6EBFC-A215-562A-0F6F-00F81635AC00}"/>
              </a:ext>
            </a:extLst>
          </p:cNvPr>
          <p:cNvSpPr>
            <a:spLocks noGrp="1"/>
          </p:cNvSpPr>
          <p:nvPr>
            <p:ph type="title"/>
          </p:nvPr>
        </p:nvSpPr>
        <p:spPr/>
        <p:txBody>
          <a:bodyPr>
            <a:normAutofit fontScale="90000"/>
          </a:bodyPr>
          <a:lstStyle/>
          <a:p>
            <a:r>
              <a:rPr lang="en-US" sz="6000">
                <a:solidFill>
                  <a:srgbClr val="3C6CA8"/>
                </a:solidFill>
                <a:ea typeface="+mj-lt"/>
                <a:cs typeface="+mj-lt"/>
              </a:rPr>
              <a:t>Technologies used</a:t>
            </a:r>
            <a:endParaRPr lang="en-US"/>
          </a:p>
        </p:txBody>
      </p:sp>
      <p:sp>
        <p:nvSpPr>
          <p:cNvPr id="3" name="Date Placeholder 2">
            <a:extLst>
              <a:ext uri="{FF2B5EF4-FFF2-40B4-BE49-F238E27FC236}">
                <a16:creationId xmlns:a16="http://schemas.microsoft.com/office/drawing/2014/main" id="{602716F1-61D2-85E8-217E-CEC49E5AFCED}"/>
              </a:ext>
            </a:extLst>
          </p:cNvPr>
          <p:cNvSpPr>
            <a:spLocks noGrp="1"/>
          </p:cNvSpPr>
          <p:nvPr>
            <p:ph type="dt" sz="half" idx="14"/>
          </p:nvPr>
        </p:nvSpPr>
        <p:spPr/>
        <p:txBody>
          <a:bodyPr/>
          <a:lstStyle/>
          <a:p>
            <a:fld id="{80EE6BAA-0080-49BB-A5F6-D96B22DFE410}" type="datetime1">
              <a:rPr lang="en-US" smtClean="0"/>
              <a:t>3/25/2026</a:t>
            </a:fld>
            <a:endParaRPr lang="en-US"/>
          </a:p>
        </p:txBody>
      </p:sp>
      <p:sp>
        <p:nvSpPr>
          <p:cNvPr id="4" name="Footer Placeholder 3">
            <a:extLst>
              <a:ext uri="{FF2B5EF4-FFF2-40B4-BE49-F238E27FC236}">
                <a16:creationId xmlns:a16="http://schemas.microsoft.com/office/drawing/2014/main" id="{36833884-1F67-407F-531D-5A38CB4163C1}"/>
              </a:ext>
            </a:extLst>
          </p:cNvPr>
          <p:cNvSpPr>
            <a:spLocks noGrp="1"/>
          </p:cNvSpPr>
          <p:nvPr>
            <p:ph type="ftr" sz="quarter" idx="15"/>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FF59FD16-BE8D-8363-9218-CD2CE9D2D007}"/>
              </a:ext>
            </a:extLst>
          </p:cNvPr>
          <p:cNvSpPr>
            <a:spLocks noGrp="1"/>
          </p:cNvSpPr>
          <p:nvPr>
            <p:ph type="sldNum" sz="quarter" idx="16"/>
          </p:nvPr>
        </p:nvSpPr>
        <p:spPr/>
        <p:txBody>
          <a:bodyPr/>
          <a:lstStyle/>
          <a:p>
            <a:fld id="{5E0677F5-4A8A-4BF1-96BE-3BAE8FBAFE2E}" type="slidenum">
              <a:rPr lang="en-US" smtClean="0"/>
              <a:t>6</a:t>
            </a:fld>
            <a:endParaRPr lang="en-US"/>
          </a:p>
        </p:txBody>
      </p:sp>
      <p:pic>
        <p:nvPicPr>
          <p:cNvPr id="7" name="Content Placeholder 6" descr="A black and white logo&#10;&#10;AI-generated content may be incorrect.">
            <a:extLst>
              <a:ext uri="{FF2B5EF4-FFF2-40B4-BE49-F238E27FC236}">
                <a16:creationId xmlns:a16="http://schemas.microsoft.com/office/drawing/2014/main" id="{17DE1241-152E-D186-788A-1F73EBB053C4}"/>
              </a:ext>
            </a:extLst>
          </p:cNvPr>
          <p:cNvPicPr>
            <a:picLocks noGrp="1" noChangeAspect="1"/>
          </p:cNvPicPr>
          <p:nvPr>
            <p:ph sz="quarter" idx="13"/>
          </p:nvPr>
        </p:nvPicPr>
        <p:blipFill>
          <a:blip r:embed="rId2"/>
          <a:stretch>
            <a:fillRect/>
          </a:stretch>
        </p:blipFill>
        <p:spPr>
          <a:xfrm>
            <a:off x="3508660" y="3931384"/>
            <a:ext cx="1836367" cy="1791874"/>
          </a:xfrm>
          <a:prstGeom prst="rect">
            <a:avLst/>
          </a:prstGeom>
        </p:spPr>
      </p:pic>
      <p:pic>
        <p:nvPicPr>
          <p:cNvPr id="9" name="Picture 8" descr="A blue hexagon with white letters and a white c&#10;&#10;AI-generated content may be incorrect.">
            <a:extLst>
              <a:ext uri="{FF2B5EF4-FFF2-40B4-BE49-F238E27FC236}">
                <a16:creationId xmlns:a16="http://schemas.microsoft.com/office/drawing/2014/main" id="{5AE556A4-9453-44AE-1D23-28202F512943}"/>
              </a:ext>
            </a:extLst>
          </p:cNvPr>
          <p:cNvPicPr>
            <a:picLocks noChangeAspect="1"/>
          </p:cNvPicPr>
          <p:nvPr/>
        </p:nvPicPr>
        <p:blipFill>
          <a:blip r:embed="rId3"/>
          <a:stretch>
            <a:fillRect/>
          </a:stretch>
        </p:blipFill>
        <p:spPr>
          <a:xfrm>
            <a:off x="5697906" y="1872446"/>
            <a:ext cx="2007033" cy="1787437"/>
          </a:xfrm>
          <a:prstGeom prst="rect">
            <a:avLst/>
          </a:prstGeom>
        </p:spPr>
      </p:pic>
      <p:pic>
        <p:nvPicPr>
          <p:cNvPr id="10" name="Picture 9" descr="A white cat in a black circle&#10;&#10;AI-generated content may be incorrect.">
            <a:extLst>
              <a:ext uri="{FF2B5EF4-FFF2-40B4-BE49-F238E27FC236}">
                <a16:creationId xmlns:a16="http://schemas.microsoft.com/office/drawing/2014/main" id="{71BB828E-AF3B-E539-0220-F914381ED83B}"/>
              </a:ext>
            </a:extLst>
          </p:cNvPr>
          <p:cNvPicPr>
            <a:picLocks noChangeAspect="1"/>
          </p:cNvPicPr>
          <p:nvPr/>
        </p:nvPicPr>
        <p:blipFill>
          <a:blip r:embed="rId4"/>
          <a:stretch>
            <a:fillRect/>
          </a:stretch>
        </p:blipFill>
        <p:spPr>
          <a:xfrm>
            <a:off x="1088004" y="3993454"/>
            <a:ext cx="1957582" cy="1679009"/>
          </a:xfrm>
          <a:prstGeom prst="rect">
            <a:avLst/>
          </a:prstGeom>
        </p:spPr>
      </p:pic>
      <p:pic>
        <p:nvPicPr>
          <p:cNvPr id="11" name="Picture 10" descr="A logo with a letter p&#10;&#10;AI-generated content may be incorrect.">
            <a:extLst>
              <a:ext uri="{FF2B5EF4-FFF2-40B4-BE49-F238E27FC236}">
                <a16:creationId xmlns:a16="http://schemas.microsoft.com/office/drawing/2014/main" id="{94A82B8D-CAD9-9EBA-7AC8-C087CDB3A16D}"/>
              </a:ext>
            </a:extLst>
          </p:cNvPr>
          <p:cNvPicPr>
            <a:picLocks noChangeAspect="1"/>
          </p:cNvPicPr>
          <p:nvPr/>
        </p:nvPicPr>
        <p:blipFill>
          <a:blip r:embed="rId5"/>
          <a:stretch>
            <a:fillRect/>
          </a:stretch>
        </p:blipFill>
        <p:spPr>
          <a:xfrm>
            <a:off x="5701366" y="3998935"/>
            <a:ext cx="1979242" cy="1657610"/>
          </a:xfrm>
          <a:prstGeom prst="rect">
            <a:avLst/>
          </a:prstGeom>
        </p:spPr>
      </p:pic>
      <p:pic>
        <p:nvPicPr>
          <p:cNvPr id="12" name="Picture 11" descr="A logo of a group of people&#10;&#10;AI-generated content may be incorrect.">
            <a:extLst>
              <a:ext uri="{FF2B5EF4-FFF2-40B4-BE49-F238E27FC236}">
                <a16:creationId xmlns:a16="http://schemas.microsoft.com/office/drawing/2014/main" id="{C2E17A7B-0889-C6E1-D0E5-762FBB5F5898}"/>
              </a:ext>
            </a:extLst>
          </p:cNvPr>
          <p:cNvPicPr>
            <a:picLocks noChangeAspect="1"/>
          </p:cNvPicPr>
          <p:nvPr/>
        </p:nvPicPr>
        <p:blipFill>
          <a:blip r:embed="rId6"/>
          <a:stretch>
            <a:fillRect/>
          </a:stretch>
        </p:blipFill>
        <p:spPr>
          <a:xfrm>
            <a:off x="8280945" y="3995282"/>
            <a:ext cx="1851372" cy="1664917"/>
          </a:xfrm>
          <a:prstGeom prst="rect">
            <a:avLst/>
          </a:prstGeom>
        </p:spPr>
      </p:pic>
      <p:pic>
        <p:nvPicPr>
          <p:cNvPr id="13" name="Picture 12" descr="A blue logo with a white background&#10;&#10;AI-generated content may be incorrect.">
            <a:extLst>
              <a:ext uri="{FF2B5EF4-FFF2-40B4-BE49-F238E27FC236}">
                <a16:creationId xmlns:a16="http://schemas.microsoft.com/office/drawing/2014/main" id="{590F9B09-9770-6E79-B17A-37DABA53CE2F}"/>
              </a:ext>
            </a:extLst>
          </p:cNvPr>
          <p:cNvPicPr>
            <a:picLocks noChangeAspect="1"/>
          </p:cNvPicPr>
          <p:nvPr/>
        </p:nvPicPr>
        <p:blipFill>
          <a:blip r:embed="rId7"/>
          <a:stretch>
            <a:fillRect/>
          </a:stretch>
        </p:blipFill>
        <p:spPr>
          <a:xfrm>
            <a:off x="3045912" y="1820516"/>
            <a:ext cx="1987464" cy="1880862"/>
          </a:xfrm>
          <a:prstGeom prst="rect">
            <a:avLst/>
          </a:prstGeom>
        </p:spPr>
      </p:pic>
    </p:spTree>
    <p:extLst>
      <p:ext uri="{BB962C8B-B14F-4D97-AF65-F5344CB8AC3E}">
        <p14:creationId xmlns:p14="http://schemas.microsoft.com/office/powerpoint/2010/main" val="40002054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0F36CFC-DC0C-33A3-B3E2-16018B4D869F}"/>
              </a:ext>
            </a:extLst>
          </p:cNvPr>
          <p:cNvSpPr>
            <a:spLocks noGrp="1"/>
          </p:cNvSpPr>
          <p:nvPr>
            <p:ph type="pic" sz="quarter" idx="13"/>
          </p:nvPr>
        </p:nvSpPr>
        <p:spPr/>
      </p:sp>
      <p:sp>
        <p:nvSpPr>
          <p:cNvPr id="3" name="Title 2">
            <a:extLst>
              <a:ext uri="{FF2B5EF4-FFF2-40B4-BE49-F238E27FC236}">
                <a16:creationId xmlns:a16="http://schemas.microsoft.com/office/drawing/2014/main" id="{6F15A242-92A5-7FB5-9EDF-2A073B5D3B40}"/>
              </a:ext>
            </a:extLst>
          </p:cNvPr>
          <p:cNvSpPr>
            <a:spLocks noGrp="1"/>
          </p:cNvSpPr>
          <p:nvPr>
            <p:ph type="title"/>
          </p:nvPr>
        </p:nvSpPr>
        <p:spPr>
          <a:xfrm>
            <a:off x="15427890" y="873567"/>
            <a:ext cx="12188952" cy="3186953"/>
          </a:xfrm>
          <a:ln>
            <a:solidFill>
              <a:srgbClr val="4472C4"/>
            </a:solidFill>
          </a:ln>
        </p:spPr>
        <p:txBody>
          <a:bodyPr>
            <a:normAutofit/>
          </a:bodyPr>
          <a:lstStyle/>
          <a:p>
            <a:endParaRPr lang="en-US" sz="9400" b="1">
              <a:solidFill>
                <a:srgbClr val="3C6CA8"/>
              </a:solidFill>
            </a:endParaRPr>
          </a:p>
        </p:txBody>
      </p:sp>
      <p:sp>
        <p:nvSpPr>
          <p:cNvPr id="4" name="Subtitle 3">
            <a:extLst>
              <a:ext uri="{FF2B5EF4-FFF2-40B4-BE49-F238E27FC236}">
                <a16:creationId xmlns:a16="http://schemas.microsoft.com/office/drawing/2014/main" id="{6E1942B5-6DD1-9BBD-D1F9-640127E01619}"/>
              </a:ext>
            </a:extLst>
          </p:cNvPr>
          <p:cNvSpPr>
            <a:spLocks noGrp="1"/>
          </p:cNvSpPr>
          <p:nvPr>
            <p:ph type="subTitle" idx="1"/>
          </p:nvPr>
        </p:nvSpPr>
        <p:spPr>
          <a:xfrm>
            <a:off x="555743" y="4734754"/>
            <a:ext cx="12192000" cy="1087471"/>
          </a:xfrm>
        </p:spPr>
        <p:txBody>
          <a:bodyPr/>
          <a:lstStyle/>
          <a:p>
            <a:r>
              <a:rPr lang="en-US" sz="9600">
                <a:ea typeface="+mn-lt"/>
                <a:cs typeface="+mn-lt"/>
              </a:rPr>
              <a:t>Let's move on to the project!</a:t>
            </a:r>
            <a:endParaRPr lang="en-US"/>
          </a:p>
        </p:txBody>
      </p:sp>
      <p:sp>
        <p:nvSpPr>
          <p:cNvPr id="5" name="Date Placeholder 4">
            <a:extLst>
              <a:ext uri="{FF2B5EF4-FFF2-40B4-BE49-F238E27FC236}">
                <a16:creationId xmlns:a16="http://schemas.microsoft.com/office/drawing/2014/main" id="{64D14EA2-2AEF-5069-0463-868D96F777EE}"/>
              </a:ext>
            </a:extLst>
          </p:cNvPr>
          <p:cNvSpPr>
            <a:spLocks noGrp="1"/>
          </p:cNvSpPr>
          <p:nvPr>
            <p:ph type="dt" sz="half" idx="14"/>
          </p:nvPr>
        </p:nvSpPr>
        <p:spPr/>
        <p:txBody>
          <a:bodyPr/>
          <a:lstStyle/>
          <a:p>
            <a:fld id="{21560963-1EEA-4BDE-8FF9-3FEE13B5D43C}" type="datetime1">
              <a:rPr lang="en-US" smtClean="0"/>
              <a:t>3/25/2026</a:t>
            </a:fld>
            <a:endParaRPr lang="en-US"/>
          </a:p>
        </p:txBody>
      </p:sp>
      <p:sp>
        <p:nvSpPr>
          <p:cNvPr id="6" name="Footer Placeholder 5">
            <a:extLst>
              <a:ext uri="{FF2B5EF4-FFF2-40B4-BE49-F238E27FC236}">
                <a16:creationId xmlns:a16="http://schemas.microsoft.com/office/drawing/2014/main" id="{94ABE9BF-84C7-09B8-CFBC-27CACB66F59C}"/>
              </a:ext>
            </a:extLst>
          </p:cNvPr>
          <p:cNvSpPr>
            <a:spLocks noGrp="1"/>
          </p:cNvSpPr>
          <p:nvPr>
            <p:ph type="ftr" sz="quarter" idx="15"/>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C3186959-C718-3C99-3E05-D5D81B44B41D}"/>
              </a:ext>
            </a:extLst>
          </p:cNvPr>
          <p:cNvSpPr>
            <a:spLocks noGrp="1"/>
          </p:cNvSpPr>
          <p:nvPr>
            <p:ph type="sldNum" sz="quarter" idx="16"/>
          </p:nvPr>
        </p:nvSpPr>
        <p:spPr/>
        <p:txBody>
          <a:bodyPr/>
          <a:lstStyle/>
          <a:p>
            <a:fld id="{5E0677F5-4A8A-4BF1-96BE-3BAE8FBAFE2E}" type="slidenum">
              <a:rPr lang="en-US" smtClean="0"/>
              <a:t>7</a:t>
            </a:fld>
            <a:endParaRPr lang="en-US"/>
          </a:p>
        </p:txBody>
      </p:sp>
    </p:spTree>
    <p:extLst>
      <p:ext uri="{BB962C8B-B14F-4D97-AF65-F5344CB8AC3E}">
        <p14:creationId xmlns:p14="http://schemas.microsoft.com/office/powerpoint/2010/main" val="3067411794"/>
      </p:ext>
    </p:extLst>
  </p:cSld>
  <p:clrMapOvr>
    <a:masterClrMapping/>
  </p:clrMapOvr>
</p:sld>
</file>

<file path=ppt/theme/theme1.xml><?xml version="1.0" encoding="utf-8"?>
<a:theme xmlns:a="http://schemas.openxmlformats.org/drawingml/2006/main" name="Dark gradient">
  <a:themeElements>
    <a:clrScheme name="dark gradient">
      <a:dk1>
        <a:sysClr val="windowText" lastClr="000000"/>
      </a:dk1>
      <a:lt1>
        <a:sysClr val="window" lastClr="FFFFFF"/>
      </a:lt1>
      <a:dk2>
        <a:srgbClr val="0B0C12"/>
      </a:dk2>
      <a:lt2>
        <a:srgbClr val="ECF0FB"/>
      </a:lt2>
      <a:accent1>
        <a:srgbClr val="4970FF"/>
      </a:accent1>
      <a:accent2>
        <a:srgbClr val="712ED5"/>
      </a:accent2>
      <a:accent3>
        <a:srgbClr val="00C4B6"/>
      </a:accent3>
      <a:accent4>
        <a:srgbClr val="3633D1"/>
      </a:accent4>
      <a:accent5>
        <a:srgbClr val="4AB1FE"/>
      </a:accent5>
      <a:accent6>
        <a:srgbClr val="9E2FD5"/>
      </a:accent6>
      <a:hlink>
        <a:srgbClr val="4970FF"/>
      </a:hlink>
      <a:folHlink>
        <a:srgbClr val="8E24FF"/>
      </a:folHlink>
    </a:clrScheme>
    <a:fontScheme name="Custom 53">
      <a:majorFont>
        <a:latin typeface="Arial Nova Light"/>
        <a:ea typeface=""/>
        <a:cs typeface=""/>
      </a:majorFont>
      <a:minorFont>
        <a:latin typeface="Arial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rk Gradient_wac_EF_v6" id="{47884C33-930F-4983-8A90-805F27C1336E}" vid="{C24D1BEE-D710-440D-8162-B32A89E9C68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230e9df3-be65-4c73-a93b-d1236ebd677e" xsi:nil="true"/>
    <Image xmlns="71af3243-3dd4-4a8d-8c0d-dd76da1f02a5">
      <Url xsi:nil="true"/>
      <Description xsi:nil="true"/>
    </Image>
    <Status xmlns="71af3243-3dd4-4a8d-8c0d-dd76da1f02a5">Not started</Status>
    <Background xmlns="71af3243-3dd4-4a8d-8c0d-dd76da1f02a5">false</Background>
    <ImageTagsTaxHTField xmlns="71af3243-3dd4-4a8d-8c0d-dd76da1f02a5">
      <Terms xmlns="http://schemas.microsoft.com/office/infopath/2007/PartnerControls"/>
    </ImageTagsTaxHTField>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CDFE19F-3BE8-48B3-9B35-A01B9C3497A7}">
  <ds:schemaRefs>
    <ds:schemaRef ds:uri="16c05727-aa75-4e4a-9b5f-8a80a1165891"/>
    <ds:schemaRef ds:uri="230e9df3-be65-4c73-a93b-d1236ebd677e"/>
    <ds:schemaRef ds:uri="71af3243-3dd4-4a8d-8c0d-dd76da1f02a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83888480-CF61-459A-B049-2565BF1B6C26}">
  <ds:schemaRefs>
    <ds:schemaRef ds:uri="http://schemas.microsoft.com/sharepoint/v3/contenttype/forms"/>
  </ds:schemaRefs>
</ds:datastoreItem>
</file>

<file path=customXml/itemProps3.xml><?xml version="1.0" encoding="utf-8"?>
<ds:datastoreItem xmlns:ds="http://schemas.openxmlformats.org/officeDocument/2006/customXml" ds:itemID="{5C2D0E46-786A-45D3-8CE5-638765D8BA3B}">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0</TotalTime>
  <Words>215</Words>
  <Application>Microsoft Office PowerPoint</Application>
  <PresentationFormat>Widescreen</PresentationFormat>
  <Paragraphs>33</Paragraphs>
  <Slides>7</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Aptos</vt:lpstr>
      <vt:lpstr>Arial</vt:lpstr>
      <vt:lpstr>Arial Nova Light</vt:lpstr>
      <vt:lpstr>Neue Haas Grotesk Text Pro</vt:lpstr>
      <vt:lpstr>Dark gradient</vt:lpstr>
      <vt:lpstr>Levski</vt:lpstr>
      <vt:lpstr>About the project</vt:lpstr>
      <vt:lpstr>Project overview</vt:lpstr>
      <vt:lpstr>Features  </vt:lpstr>
      <vt:lpstr>Our team</vt:lpstr>
      <vt:lpstr>Technologies used</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Filip Filipov</cp:lastModifiedBy>
  <cp:revision>24</cp:revision>
  <dcterms:created xsi:type="dcterms:W3CDTF">2026-03-24T19:16:20Z</dcterms:created>
  <dcterms:modified xsi:type="dcterms:W3CDTF">2026-03-25T08:18:22Z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