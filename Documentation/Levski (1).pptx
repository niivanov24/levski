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12"/>
  </p:notesMasterIdLst>
  <p:handoutMasterIdLst>
    <p:handoutMasterId r:id="rId13"/>
  </p:handoutMasterIdLst>
  <p:sldIdLst>
    <p:sldId id="487" r:id="rId5"/>
    <p:sldId id="488" r:id="rId6"/>
    <p:sldId id="489" r:id="rId7"/>
    <p:sldId id="490" r:id="rId8"/>
    <p:sldId id="493" r:id="rId9"/>
    <p:sldId id="495" r:id="rId10"/>
    <p:sldId id="49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a:srgbClr val="000000"/>
    <a:srgbClr val="FFFFFF"/>
    <a:srgbClr val="37FFF1"/>
    <a:srgbClr val="0B0C12"/>
    <a:srgbClr val="0E0F17"/>
    <a:srgbClr val="020621"/>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5410E-3068-D4DD-07D6-E5134E44F36F}" v="37" dt="2026-03-24T22:04:04.406"/>
    <p1510:client id="{405A3D3C-B6C4-7CAD-2091-58F156A49C3E}" v="496" dt="2026-03-24T20:12:56.572"/>
    <p1510:client id="{F5F4BA01-A6F5-10F2-372A-9637BD8191B0}" v="31" dt="2026-03-24T20:15:44.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92E33C-8E56-15D7-91D9-0C9D51898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84E5C4-3075-2128-3C95-66CDB0C1F3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2C14BC-9E0B-417D-A4B6-D3A52302FEC1}" type="datetimeFigureOut">
              <a:rPr lang="en-US" smtClean="0"/>
              <a:t>3/24/2026</a:t>
            </a:fld>
            <a:endParaRPr lang="en-US"/>
          </a:p>
        </p:txBody>
      </p:sp>
      <p:sp>
        <p:nvSpPr>
          <p:cNvPr id="4" name="Footer Placeholder 3">
            <a:extLst>
              <a:ext uri="{FF2B5EF4-FFF2-40B4-BE49-F238E27FC236}">
                <a16:creationId xmlns:a16="http://schemas.microsoft.com/office/drawing/2014/main" id="{10EDE216-B0E2-6179-F0CB-DA746C5A10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E76486-0E2A-27D1-56AC-57AF786911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3A4AD-A02B-4727-AB32-0630F343D8AA}" type="slidenum">
              <a:rPr lang="en-US" smtClean="0"/>
              <a:t>‹#›</a:t>
            </a:fld>
            <a:endParaRPr lang="en-US"/>
          </a:p>
        </p:txBody>
      </p:sp>
    </p:spTree>
    <p:extLst>
      <p:ext uri="{BB962C8B-B14F-4D97-AF65-F5344CB8AC3E}">
        <p14:creationId xmlns:p14="http://schemas.microsoft.com/office/powerpoint/2010/main" val="27083248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B986-3F20-4AE6-9D44-118BB6C2AE02}"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59575-30D1-4661-8D21-5CF1396340F1}" type="slidenum">
              <a:rPr lang="en-US" smtClean="0"/>
              <a:t>‹#›</a:t>
            </a:fld>
            <a:endParaRPr lang="en-US"/>
          </a:p>
        </p:txBody>
      </p:sp>
    </p:spTree>
    <p:extLst>
      <p:ext uri="{BB962C8B-B14F-4D97-AF65-F5344CB8AC3E}">
        <p14:creationId xmlns:p14="http://schemas.microsoft.com/office/powerpoint/2010/main" val="269195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3/24/2026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274884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3/24/2026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4882044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3/24/2026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23286418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3/24/2026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2615681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3/24/2026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9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3/24/2026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0920668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3/24/2026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58552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3/24/2026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330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3/24/2026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2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3/24/2026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058427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3/24/2026</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12944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3/24/2026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56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3/24/2026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32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3/24/2026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428086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2430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3/24/2026</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588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3/24/2026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64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3/24/2026</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350674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3/24/2026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1798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9008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8134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43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3/24/2026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949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3/24/2026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00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3/24/2026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865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3/24/2026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108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3/24/2026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1913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3/24/2026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a:t>   </a:t>
            </a:r>
          </a:p>
        </p:txBody>
      </p:sp>
    </p:spTree>
    <p:extLst>
      <p:ext uri="{BB962C8B-B14F-4D97-AF65-F5344CB8AC3E}">
        <p14:creationId xmlns:p14="http://schemas.microsoft.com/office/powerpoint/2010/main" val="36615521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3/24/2026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8029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3/24/2026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894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3/24/2026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4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3/24/2026</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8637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3/24/2026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8298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3/24/2026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8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3/24/2026</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5959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3/24/2026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8445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3/24/2026</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602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137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3/24/2026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0957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3/24/2026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3875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3/24/2026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116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3/24/2026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a:t>##%</a:t>
            </a:r>
          </a:p>
        </p:txBody>
      </p:sp>
    </p:spTree>
    <p:extLst>
      <p:ext uri="{BB962C8B-B14F-4D97-AF65-F5344CB8AC3E}">
        <p14:creationId xmlns:p14="http://schemas.microsoft.com/office/powerpoint/2010/main" val="18409913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3/24/2026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3676798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3/24/2026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4942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3/24/2026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8803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3/24/2026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46285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3/24/2026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2671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3/24/2026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0132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3/24/2026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49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3/24/2026</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35714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3/24/2026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362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3/24/2026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0045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3/24/2026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7836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3/24/2026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3/24/2026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2855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3/24/2026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5486187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3/24/2026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2800088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3/24/2026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5663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3/24/2026</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087105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3/24/2026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977978"/>
      </p:ext>
    </p:extLst>
  </p:cSld>
  <p:clrMap bg1="dk1" tx1="lt1" bg2="dk2" tx2="lt2" accent1="accent1" accent2="accent2" accent3="accent3" accent4="accent4" accent5="accent5" accent6="accent6" hlink="hlink" folHlink="folHlink"/>
  <p:sldLayoutIdLst>
    <p:sldLayoutId id="2147483814" r:id="rId1"/>
    <p:sldLayoutId id="2147483838"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5" r:id="rId11"/>
    <p:sldLayoutId id="2147483826" r:id="rId12"/>
    <p:sldLayoutId id="2147483827" r:id="rId13"/>
    <p:sldLayoutId id="2147483828" r:id="rId14"/>
    <p:sldLayoutId id="2147483829" r:id="rId15"/>
    <p:sldLayoutId id="2147483830" r:id="rId16"/>
    <p:sldLayoutId id="2147483832" r:id="rId17"/>
    <p:sldLayoutId id="2147483833" r:id="rId18"/>
    <p:sldLayoutId id="2147483835" r:id="rId19"/>
    <p:sldLayoutId id="2147483836" r:id="rId20"/>
    <p:sldLayoutId id="2147483837" r:id="rId21"/>
    <p:sldLayoutId id="2147483839" r:id="rId22"/>
    <p:sldLayoutId id="2147483840" r:id="rId23"/>
    <p:sldLayoutId id="2147483841" r:id="rId24"/>
    <p:sldLayoutId id="2147483842"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5" r:id="rId35"/>
    <p:sldLayoutId id="2147483856" r:id="rId36"/>
    <p:sldLayoutId id="2147483857" r:id="rId37"/>
    <p:sldLayoutId id="2147483858" r:id="rId38"/>
    <p:sldLayoutId id="2147483859"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70" r:id="rId48"/>
    <p:sldLayoutId id="2147483871" r:id="rId49"/>
    <p:sldLayoutId id="2147483872" r:id="rId50"/>
    <p:sldLayoutId id="2147483873" r:id="rId51"/>
    <p:sldLayoutId id="2147483874" r:id="rId52"/>
    <p:sldLayoutId id="2147483875" r:id="rId53"/>
    <p:sldLayoutId id="2147483876" r:id="rId54"/>
    <p:sldLayoutId id="2147483877" r:id="rId55"/>
    <p:sldLayoutId id="2147483878" r:id="rId56"/>
    <p:sldLayoutId id="2147483879" r:id="rId57"/>
    <p:sldLayoutId id="2147483880" r:id="rId58"/>
    <p:sldLayoutId id="2147483881" r:id="rId59"/>
    <p:sldLayoutId id="2147483882"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F602C14-387E-56A4-EE7D-CD69FC70AB75}"/>
              </a:ext>
            </a:extLst>
          </p:cNvPr>
          <p:cNvSpPr>
            <a:spLocks noGrp="1"/>
          </p:cNvSpPr>
          <p:nvPr>
            <p:ph type="title"/>
          </p:nvPr>
        </p:nvSpPr>
        <p:spPr>
          <a:xfrm>
            <a:off x="1382" y="-2611"/>
            <a:ext cx="6648226" cy="6857999"/>
          </a:xfrm>
        </p:spPr>
        <p:txBody>
          <a:bodyPr>
            <a:normAutofit/>
          </a:bodyPr>
          <a:lstStyle/>
          <a:p>
            <a:r>
              <a:rPr lang="en-US" sz="9600"/>
              <a:t>Levski</a:t>
            </a:r>
            <a:endParaRPr lang="en-US"/>
          </a:p>
        </p:txBody>
      </p:sp>
      <p:sp>
        <p:nvSpPr>
          <p:cNvPr id="4" name="Subtitle 3">
            <a:extLst>
              <a:ext uri="{FF2B5EF4-FFF2-40B4-BE49-F238E27FC236}">
                <a16:creationId xmlns:a16="http://schemas.microsoft.com/office/drawing/2014/main" id="{466C8FFB-F995-A7E3-87E1-AF564250CEF2}"/>
              </a:ext>
            </a:extLst>
          </p:cNvPr>
          <p:cNvSpPr>
            <a:spLocks noGrp="1"/>
          </p:cNvSpPr>
          <p:nvPr>
            <p:ph type="subTitle" idx="1"/>
          </p:nvPr>
        </p:nvSpPr>
        <p:spPr>
          <a:xfrm>
            <a:off x="-2139863" y="4197286"/>
            <a:ext cx="6096000" cy="4456112"/>
          </a:xfrm>
        </p:spPr>
        <p:txBody>
          <a:bodyPr/>
          <a:lstStyle/>
          <a:p>
            <a:r>
              <a:rPr lang="en-US"/>
              <a:t>Presentation subtitle</a:t>
            </a:r>
          </a:p>
        </p:txBody>
      </p:sp>
      <p:sp>
        <p:nvSpPr>
          <p:cNvPr id="6" name="Footer Placeholder 5">
            <a:extLst>
              <a:ext uri="{FF2B5EF4-FFF2-40B4-BE49-F238E27FC236}">
                <a16:creationId xmlns:a16="http://schemas.microsoft.com/office/drawing/2014/main" id="{4E1ACC47-C757-062A-17D4-0E2EF4672317}"/>
              </a:ext>
            </a:extLst>
          </p:cNvPr>
          <p:cNvSpPr>
            <a:spLocks noGrp="1"/>
          </p:cNvSpPr>
          <p:nvPr>
            <p:ph type="ftr" sz="quarter" idx="15"/>
          </p:nvPr>
        </p:nvSpPr>
        <p:spPr>
          <a:xfrm>
            <a:off x="7622485"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EB79E76C-BD5C-5C0A-4719-29DD86BA9210}"/>
              </a:ext>
            </a:extLst>
          </p:cNvPr>
          <p:cNvSpPr>
            <a:spLocks noGrp="1"/>
          </p:cNvSpPr>
          <p:nvPr>
            <p:ph type="sldNum" sz="quarter" idx="16"/>
          </p:nvPr>
        </p:nvSpPr>
        <p:spPr>
          <a:xfrm>
            <a:off x="11300323" y="210114"/>
            <a:ext cx="605475" cy="365760"/>
          </a:xfrm>
        </p:spPr>
        <p:txBody>
          <a:bodyPr/>
          <a:lstStyle/>
          <a:p>
            <a:fld id="{5E0677F5-4A8A-4BF1-96BE-3BAE8FBAFE2E}" type="slidenum">
              <a:rPr lang="en-US" smtClean="0"/>
              <a:pPr/>
              <a:t>1</a:t>
            </a:fld>
            <a:endParaRPr lang="en-US"/>
          </a:p>
        </p:txBody>
      </p:sp>
      <p:sp>
        <p:nvSpPr>
          <p:cNvPr id="5" name="Picture Placeholder 4">
            <a:extLst>
              <a:ext uri="{FF2B5EF4-FFF2-40B4-BE49-F238E27FC236}">
                <a16:creationId xmlns:a16="http://schemas.microsoft.com/office/drawing/2014/main" id="{7E4E342A-1C68-2FBA-64D6-98F5A36AC9F2}"/>
              </a:ext>
            </a:extLst>
          </p:cNvPr>
          <p:cNvSpPr>
            <a:spLocks noGrp="1"/>
          </p:cNvSpPr>
          <p:nvPr>
            <p:ph type="pic" sz="quarter" idx="13"/>
          </p:nvPr>
        </p:nvSpPr>
        <p:spPr>
          <a:xfrm>
            <a:off x="2030" y="-1"/>
            <a:ext cx="12192001" cy="6858000"/>
          </a:xfrm>
        </p:spPr>
      </p:sp>
    </p:spTree>
    <p:extLst>
      <p:ext uri="{BB962C8B-B14F-4D97-AF65-F5344CB8AC3E}">
        <p14:creationId xmlns:p14="http://schemas.microsoft.com/office/powerpoint/2010/main" val="36231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72386-31AF-45C4-A7CA-5D0ECB26FEAE}"/>
              </a:ext>
            </a:extLst>
          </p:cNvPr>
          <p:cNvSpPr>
            <a:spLocks noGrp="1"/>
          </p:cNvSpPr>
          <p:nvPr>
            <p:ph type="title"/>
          </p:nvPr>
        </p:nvSpPr>
        <p:spPr/>
        <p:txBody>
          <a:bodyPr>
            <a:normAutofit fontScale="90000"/>
          </a:bodyPr>
          <a:lstStyle/>
          <a:p>
            <a:r>
              <a:rPr lang="en-US" sz="6000">
                <a:solidFill>
                  <a:srgbClr val="3C6CA8"/>
                </a:solidFill>
                <a:ea typeface="+mj-lt"/>
                <a:cs typeface="+mj-lt"/>
              </a:rPr>
              <a:t>About the project</a:t>
            </a:r>
            <a:endParaRPr lang="en-US"/>
          </a:p>
        </p:txBody>
      </p:sp>
      <p:sp>
        <p:nvSpPr>
          <p:cNvPr id="3" name="Date Placeholder 2">
            <a:extLst>
              <a:ext uri="{FF2B5EF4-FFF2-40B4-BE49-F238E27FC236}">
                <a16:creationId xmlns:a16="http://schemas.microsoft.com/office/drawing/2014/main" id="{917C7586-6A6F-F711-027F-524F6E7536AD}"/>
              </a:ext>
            </a:extLst>
          </p:cNvPr>
          <p:cNvSpPr>
            <a:spLocks noGrp="1"/>
          </p:cNvSpPr>
          <p:nvPr>
            <p:ph type="dt" sz="half" idx="14"/>
          </p:nvPr>
        </p:nvSpPr>
        <p:spPr/>
        <p:txBody>
          <a:bodyPr/>
          <a:lstStyle/>
          <a:p>
            <a:fld id="{80EE6BAA-0080-49BB-A5F6-D96B22DFE410}" type="datetime1">
              <a:rPr lang="en-US" smtClean="0"/>
              <a:t>3/24/2026</a:t>
            </a:fld>
            <a:endParaRPr lang="en-US"/>
          </a:p>
        </p:txBody>
      </p:sp>
      <p:sp>
        <p:nvSpPr>
          <p:cNvPr id="4" name="Footer Placeholder 3">
            <a:extLst>
              <a:ext uri="{FF2B5EF4-FFF2-40B4-BE49-F238E27FC236}">
                <a16:creationId xmlns:a16="http://schemas.microsoft.com/office/drawing/2014/main" id="{81C14E6A-3363-EF61-65D7-15C7E41C3267}"/>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0D004D61-C038-BAD7-F02F-5469C662AB6F}"/>
              </a:ext>
            </a:extLst>
          </p:cNvPr>
          <p:cNvSpPr>
            <a:spLocks noGrp="1"/>
          </p:cNvSpPr>
          <p:nvPr>
            <p:ph type="sldNum" sz="quarter" idx="16"/>
          </p:nvPr>
        </p:nvSpPr>
        <p:spPr/>
        <p:txBody>
          <a:bodyPr/>
          <a:lstStyle/>
          <a:p>
            <a:fld id="{5E0677F5-4A8A-4BF1-96BE-3BAE8FBAFE2E}" type="slidenum">
              <a:rPr lang="en-US" smtClean="0"/>
              <a:t>2</a:t>
            </a:fld>
            <a:endParaRPr lang="en-US"/>
          </a:p>
        </p:txBody>
      </p:sp>
      <p:sp>
        <p:nvSpPr>
          <p:cNvPr id="6" name="Content Placeholder 5">
            <a:extLst>
              <a:ext uri="{FF2B5EF4-FFF2-40B4-BE49-F238E27FC236}">
                <a16:creationId xmlns:a16="http://schemas.microsoft.com/office/drawing/2014/main" id="{581292A2-A4E7-9422-1177-CB3A415D2491}"/>
              </a:ext>
            </a:extLst>
          </p:cNvPr>
          <p:cNvSpPr>
            <a:spLocks noGrp="1"/>
          </p:cNvSpPr>
          <p:nvPr>
            <p:ph sz="quarter" idx="13"/>
          </p:nvPr>
        </p:nvSpPr>
        <p:spPr/>
        <p:txBody>
          <a:bodyPr vert="horz" lIns="91440" tIns="45720" rIns="91440" bIns="45720" rtlCol="0" anchor="t">
            <a:normAutofit/>
          </a:bodyPr>
          <a:lstStyle/>
          <a:p>
            <a:r>
              <a:rPr lang="en-US" sz="2400">
                <a:ea typeface="+mn-lt"/>
                <a:cs typeface="+mn-lt"/>
              </a:rPr>
              <a:t>Levski is an interactive, console-based e-learning system for 9th grade mathematics, including lessons on linear equations, algebraic expressions, geometry, and fundamentals of statistics. Students can practice through two sets of exercises and three homework assignments, then take randomized tests with 20 multiple-choice questions, generated from a set of 32 questions.</a:t>
            </a:r>
            <a:endParaRPr lang="en-US"/>
          </a:p>
        </p:txBody>
      </p:sp>
    </p:spTree>
    <p:extLst>
      <p:ext uri="{BB962C8B-B14F-4D97-AF65-F5344CB8AC3E}">
        <p14:creationId xmlns:p14="http://schemas.microsoft.com/office/powerpoint/2010/main" val="2477235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F477-9886-852E-E365-4CA323BB16F7}"/>
              </a:ext>
            </a:extLst>
          </p:cNvPr>
          <p:cNvSpPr>
            <a:spLocks noGrp="1"/>
          </p:cNvSpPr>
          <p:nvPr>
            <p:ph type="title"/>
          </p:nvPr>
        </p:nvSpPr>
        <p:spPr/>
        <p:txBody>
          <a:bodyPr>
            <a:normAutofit fontScale="90000"/>
          </a:bodyPr>
          <a:lstStyle/>
          <a:p>
            <a:r>
              <a:rPr lang="en-US" sz="6700">
                <a:solidFill>
                  <a:srgbClr val="3C6CA8"/>
                </a:solidFill>
                <a:ea typeface="+mj-lt"/>
                <a:cs typeface="+mj-lt"/>
              </a:rPr>
              <a:t>Project overview</a:t>
            </a:r>
            <a:endParaRPr lang="en-US"/>
          </a:p>
        </p:txBody>
      </p:sp>
      <p:sp>
        <p:nvSpPr>
          <p:cNvPr id="3" name="Date Placeholder 2">
            <a:extLst>
              <a:ext uri="{FF2B5EF4-FFF2-40B4-BE49-F238E27FC236}">
                <a16:creationId xmlns:a16="http://schemas.microsoft.com/office/drawing/2014/main" id="{4B3C671B-A51A-93E0-D13F-F2C9597ABA56}"/>
              </a:ext>
            </a:extLst>
          </p:cNvPr>
          <p:cNvSpPr>
            <a:spLocks noGrp="1"/>
          </p:cNvSpPr>
          <p:nvPr>
            <p:ph type="dt" sz="half" idx="14"/>
          </p:nvPr>
        </p:nvSpPr>
        <p:spPr/>
        <p:txBody>
          <a:bodyPr/>
          <a:lstStyle/>
          <a:p>
            <a:fld id="{80EE6BAA-0080-49BB-A5F6-D96B22DFE410}" type="datetime1">
              <a:rPr lang="en-US" smtClean="0"/>
              <a:t>3/24/2026</a:t>
            </a:fld>
            <a:endParaRPr lang="en-US"/>
          </a:p>
        </p:txBody>
      </p:sp>
      <p:sp>
        <p:nvSpPr>
          <p:cNvPr id="4" name="Footer Placeholder 3">
            <a:extLst>
              <a:ext uri="{FF2B5EF4-FFF2-40B4-BE49-F238E27FC236}">
                <a16:creationId xmlns:a16="http://schemas.microsoft.com/office/drawing/2014/main" id="{27786421-58FD-0F2E-A6AB-0286C1421BC2}"/>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CF45A3A-6FAE-9586-3F21-D0D77796AA72}"/>
              </a:ext>
            </a:extLst>
          </p:cNvPr>
          <p:cNvSpPr>
            <a:spLocks noGrp="1"/>
          </p:cNvSpPr>
          <p:nvPr>
            <p:ph type="sldNum" sz="quarter" idx="16"/>
          </p:nvPr>
        </p:nvSpPr>
        <p:spPr/>
        <p:txBody>
          <a:bodyPr/>
          <a:lstStyle/>
          <a:p>
            <a:fld id="{5E0677F5-4A8A-4BF1-96BE-3BAE8FBAFE2E}" type="slidenum">
              <a:rPr lang="en-US" smtClean="0"/>
              <a:t>3</a:t>
            </a:fld>
            <a:endParaRPr lang="en-US"/>
          </a:p>
        </p:txBody>
      </p:sp>
      <p:sp>
        <p:nvSpPr>
          <p:cNvPr id="6" name="Content Placeholder 5">
            <a:extLst>
              <a:ext uri="{FF2B5EF4-FFF2-40B4-BE49-F238E27FC236}">
                <a16:creationId xmlns:a16="http://schemas.microsoft.com/office/drawing/2014/main" id="{432367FC-A3E2-6604-5386-1FDFE16067F2}"/>
              </a:ext>
            </a:extLst>
          </p:cNvPr>
          <p:cNvSpPr>
            <a:spLocks noGrp="1"/>
          </p:cNvSpPr>
          <p:nvPr>
            <p:ph sz="quarter" idx="13"/>
          </p:nvPr>
        </p:nvSpPr>
        <p:spPr/>
        <p:txBody>
          <a:bodyPr vert="horz" lIns="91440" tIns="45720" rIns="91440" bIns="45720" rtlCol="0" anchor="t">
            <a:normAutofit/>
          </a:bodyPr>
          <a:lstStyle/>
          <a:p>
            <a:r>
              <a:rPr lang="en-US" sz="2400">
                <a:ea typeface="+mn-lt"/>
                <a:cs typeface="+mn-lt"/>
              </a:rPr>
              <a:t>Users navigate through a console menu to access lessons, perform practice exercises, and work on homework. After preparing, they take a random test and receive immediate feedback with their score, grade, and performance statistics.</a:t>
            </a:r>
            <a:endParaRPr lang="en-US"/>
          </a:p>
        </p:txBody>
      </p:sp>
    </p:spTree>
    <p:extLst>
      <p:ext uri="{BB962C8B-B14F-4D97-AF65-F5344CB8AC3E}">
        <p14:creationId xmlns:p14="http://schemas.microsoft.com/office/powerpoint/2010/main" val="3669039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FA4D2-D725-65CD-B4EC-0F7710DD9038}"/>
              </a:ext>
            </a:extLst>
          </p:cNvPr>
          <p:cNvSpPr>
            <a:spLocks noGrp="1"/>
          </p:cNvSpPr>
          <p:nvPr>
            <p:ph type="title"/>
          </p:nvPr>
        </p:nvSpPr>
        <p:spPr>
          <a:xfrm>
            <a:off x="1092689" y="1175624"/>
            <a:ext cx="9830017" cy="731520"/>
          </a:xfrm>
        </p:spPr>
        <p:txBody>
          <a:bodyPr>
            <a:normAutofit fontScale="90000"/>
          </a:bodyPr>
          <a:lstStyle/>
          <a:p>
            <a:pPr algn="ctr"/>
            <a:r>
              <a:rPr lang="en-US" sz="6000">
                <a:solidFill>
                  <a:srgbClr val="3C6CA8"/>
                </a:solidFill>
                <a:ea typeface="+mj-lt"/>
                <a:cs typeface="+mj-lt"/>
              </a:rPr>
              <a:t>Features</a:t>
            </a:r>
            <a:endParaRPr lang="en-US"/>
          </a:p>
          <a:p>
            <a:pPr algn="ctr"/>
            <a:endParaRPr lang="en-US"/>
          </a:p>
          <a:p>
            <a:pPr algn="ctr"/>
            <a:endParaRPr lang="en-US"/>
          </a:p>
        </p:txBody>
      </p:sp>
      <p:sp>
        <p:nvSpPr>
          <p:cNvPr id="3" name="Date Placeholder 2">
            <a:extLst>
              <a:ext uri="{FF2B5EF4-FFF2-40B4-BE49-F238E27FC236}">
                <a16:creationId xmlns:a16="http://schemas.microsoft.com/office/drawing/2014/main" id="{E896F697-E1A6-CAED-407A-595EAD1F10DA}"/>
              </a:ext>
            </a:extLst>
          </p:cNvPr>
          <p:cNvSpPr>
            <a:spLocks noGrp="1"/>
          </p:cNvSpPr>
          <p:nvPr>
            <p:ph type="dt" sz="half" idx="14"/>
          </p:nvPr>
        </p:nvSpPr>
        <p:spPr/>
        <p:txBody>
          <a:bodyPr/>
          <a:lstStyle/>
          <a:p>
            <a:fld id="{80EE6BAA-0080-49BB-A5F6-D96B22DFE410}" type="datetime1">
              <a:rPr lang="en-US" smtClean="0"/>
              <a:t>3/24/2026</a:t>
            </a:fld>
            <a:endParaRPr lang="en-US"/>
          </a:p>
        </p:txBody>
      </p:sp>
      <p:sp>
        <p:nvSpPr>
          <p:cNvPr id="4" name="Footer Placeholder 3">
            <a:extLst>
              <a:ext uri="{FF2B5EF4-FFF2-40B4-BE49-F238E27FC236}">
                <a16:creationId xmlns:a16="http://schemas.microsoft.com/office/drawing/2014/main" id="{C7214AD2-6D8C-8A7B-CA5E-5F031AD036FB}"/>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9A12CE8-E2B3-08F5-489B-33E4BACE3CFA}"/>
              </a:ext>
            </a:extLst>
          </p:cNvPr>
          <p:cNvSpPr>
            <a:spLocks noGrp="1"/>
          </p:cNvSpPr>
          <p:nvPr>
            <p:ph type="sldNum" sz="quarter" idx="16"/>
          </p:nvPr>
        </p:nvSpPr>
        <p:spPr/>
        <p:txBody>
          <a:bodyPr/>
          <a:lstStyle/>
          <a:p>
            <a:fld id="{5E0677F5-4A8A-4BF1-96BE-3BAE8FBAFE2E}" type="slidenum">
              <a:rPr lang="en-US" smtClean="0"/>
              <a:t>4</a:t>
            </a:fld>
            <a:endParaRPr lang="en-US"/>
          </a:p>
        </p:txBody>
      </p:sp>
      <p:sp>
        <p:nvSpPr>
          <p:cNvPr id="6" name="Content Placeholder 5">
            <a:extLst>
              <a:ext uri="{FF2B5EF4-FFF2-40B4-BE49-F238E27FC236}">
                <a16:creationId xmlns:a16="http://schemas.microsoft.com/office/drawing/2014/main" id="{87FFE248-CDA0-DDA2-6DEA-E223E2643202}"/>
              </a:ext>
            </a:extLst>
          </p:cNvPr>
          <p:cNvSpPr>
            <a:spLocks noGrp="1"/>
          </p:cNvSpPr>
          <p:nvPr>
            <p:ph sz="quarter" idx="13"/>
          </p:nvPr>
        </p:nvSpPr>
        <p:spPr/>
        <p:txBody>
          <a:bodyPr vert="horz" lIns="91440" tIns="45720" rIns="91440" bIns="45720" rtlCol="0" anchor="t">
            <a:normAutofit/>
          </a:bodyPr>
          <a:lstStyle/>
          <a:p>
            <a:r>
              <a:rPr lang="en-US" sz="2400">
                <a:ea typeface="+mn-lt"/>
                <a:cs typeface="+mn-lt"/>
              </a:rPr>
              <a:t>The system features an interactive console interface with structured math lessons, practice exercises, and homework to support learning. It also includes randomized test generation, automatic grading, and a detailed statistics panel that tracks performance, class averages, and category scores. </a:t>
            </a:r>
            <a:endParaRPr lang="en-US"/>
          </a:p>
          <a:p>
            <a:endParaRPr lang="en-US"/>
          </a:p>
          <a:p>
            <a:endParaRPr lang="en-US"/>
          </a:p>
        </p:txBody>
      </p:sp>
    </p:spTree>
    <p:extLst>
      <p:ext uri="{BB962C8B-B14F-4D97-AF65-F5344CB8AC3E}">
        <p14:creationId xmlns:p14="http://schemas.microsoft.com/office/powerpoint/2010/main" val="249098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9E65-9246-95E0-5B36-44CA8F6F061E}"/>
              </a:ext>
            </a:extLst>
          </p:cNvPr>
          <p:cNvSpPr>
            <a:spLocks noGrp="1"/>
          </p:cNvSpPr>
          <p:nvPr>
            <p:ph type="title"/>
          </p:nvPr>
        </p:nvSpPr>
        <p:spPr>
          <a:xfrm>
            <a:off x="3996930" y="576145"/>
            <a:ext cx="6134839" cy="731520"/>
          </a:xfrm>
        </p:spPr>
        <p:txBody>
          <a:bodyPr>
            <a:normAutofit fontScale="90000"/>
          </a:bodyPr>
          <a:lstStyle/>
          <a:p>
            <a:r>
              <a:rPr lang="en-US" sz="7700">
                <a:solidFill>
                  <a:srgbClr val="3C6CA8"/>
                </a:solidFill>
                <a:ea typeface="+mj-lt"/>
                <a:cs typeface="+mj-lt"/>
              </a:rPr>
              <a:t>Our team</a:t>
            </a:r>
            <a:endParaRPr lang="en-US"/>
          </a:p>
        </p:txBody>
      </p:sp>
      <p:sp>
        <p:nvSpPr>
          <p:cNvPr id="3" name="Date Placeholder 2">
            <a:extLst>
              <a:ext uri="{FF2B5EF4-FFF2-40B4-BE49-F238E27FC236}">
                <a16:creationId xmlns:a16="http://schemas.microsoft.com/office/drawing/2014/main" id="{91E0EC22-42EB-B895-D24D-188B1C388849}"/>
              </a:ext>
            </a:extLst>
          </p:cNvPr>
          <p:cNvSpPr>
            <a:spLocks noGrp="1"/>
          </p:cNvSpPr>
          <p:nvPr>
            <p:ph type="dt" sz="half" idx="14"/>
          </p:nvPr>
        </p:nvSpPr>
        <p:spPr/>
        <p:txBody>
          <a:bodyPr/>
          <a:lstStyle/>
          <a:p>
            <a:fld id="{80EE6BAA-0080-49BB-A5F6-D96B22DFE410}" type="datetime1">
              <a:rPr lang="en-US" smtClean="0"/>
              <a:t>3/24/2026</a:t>
            </a:fld>
            <a:endParaRPr lang="en-US"/>
          </a:p>
        </p:txBody>
      </p:sp>
      <p:sp>
        <p:nvSpPr>
          <p:cNvPr id="4" name="Footer Placeholder 3">
            <a:extLst>
              <a:ext uri="{FF2B5EF4-FFF2-40B4-BE49-F238E27FC236}">
                <a16:creationId xmlns:a16="http://schemas.microsoft.com/office/drawing/2014/main" id="{E72214A4-935A-C18B-B685-CC64E085801A}"/>
              </a:ext>
            </a:extLst>
          </p:cNvPr>
          <p:cNvSpPr>
            <a:spLocks noGrp="1"/>
          </p:cNvSpPr>
          <p:nvPr>
            <p:ph type="ftr" sz="quarter" idx="15"/>
          </p:nvPr>
        </p:nvSpPr>
        <p:spPr>
          <a:xfrm>
            <a:off x="357389" y="4970004"/>
            <a:ext cx="11423640" cy="731102"/>
          </a:xfrm>
        </p:spPr>
        <p:txBody>
          <a:bodyPr/>
          <a:lstStyle/>
          <a:p>
            <a:r>
              <a:rPr lang="en-US" sz="2000"/>
              <a:t>Николай Иванов                 Филип Филипов                   Васил Заракян                   Виктор Георгиев</a:t>
            </a:r>
          </a:p>
          <a:p>
            <a:r>
              <a:rPr lang="en-US" sz="2000"/>
              <a:t>    Scrum trainer                  front-end develper              back-end developer                       designer</a:t>
            </a:r>
          </a:p>
        </p:txBody>
      </p:sp>
      <p:sp>
        <p:nvSpPr>
          <p:cNvPr id="5" name="Slide Number Placeholder 4">
            <a:extLst>
              <a:ext uri="{FF2B5EF4-FFF2-40B4-BE49-F238E27FC236}">
                <a16:creationId xmlns:a16="http://schemas.microsoft.com/office/drawing/2014/main" id="{A9EEBDFD-46F1-892B-AF69-C808C31347C9}"/>
              </a:ext>
            </a:extLst>
          </p:cNvPr>
          <p:cNvSpPr>
            <a:spLocks noGrp="1"/>
          </p:cNvSpPr>
          <p:nvPr>
            <p:ph type="sldNum" sz="quarter" idx="16"/>
          </p:nvPr>
        </p:nvSpPr>
        <p:spPr/>
        <p:txBody>
          <a:bodyPr/>
          <a:lstStyle/>
          <a:p>
            <a:fld id="{5E0677F5-4A8A-4BF1-96BE-3BAE8FBAFE2E}" type="slidenum">
              <a:rPr lang="en-US" smtClean="0"/>
              <a:t>5</a:t>
            </a:fld>
            <a:endParaRPr lang="en-US"/>
          </a:p>
        </p:txBody>
      </p:sp>
      <p:pic>
        <p:nvPicPr>
          <p:cNvPr id="7" name="Content Placeholder 6" descr="A child in a blue shirt&#10;&#10;AI-generated content may be incorrect.">
            <a:extLst>
              <a:ext uri="{FF2B5EF4-FFF2-40B4-BE49-F238E27FC236}">
                <a16:creationId xmlns:a16="http://schemas.microsoft.com/office/drawing/2014/main" id="{5C0DE314-3357-B53D-D154-A779FC30C52A}"/>
              </a:ext>
            </a:extLst>
          </p:cNvPr>
          <p:cNvPicPr>
            <a:picLocks noGrp="1" noChangeAspect="1"/>
          </p:cNvPicPr>
          <p:nvPr>
            <p:ph sz="quarter" idx="13"/>
          </p:nvPr>
        </p:nvPicPr>
        <p:blipFill>
          <a:blip r:embed="rId2"/>
          <a:stretch>
            <a:fillRect/>
          </a:stretch>
        </p:blipFill>
        <p:spPr>
          <a:xfrm>
            <a:off x="3178176" y="2053434"/>
            <a:ext cx="2685225" cy="2666791"/>
          </a:xfrm>
          <a:prstGeom prst="rect">
            <a:avLst/>
          </a:prstGeom>
        </p:spPr>
      </p:pic>
      <p:pic>
        <p:nvPicPr>
          <p:cNvPr id="8" name="Picture 7" descr="A child with a yellow lanyard&#10;&#10;AI-generated content may be incorrect.">
            <a:extLst>
              <a:ext uri="{FF2B5EF4-FFF2-40B4-BE49-F238E27FC236}">
                <a16:creationId xmlns:a16="http://schemas.microsoft.com/office/drawing/2014/main" id="{467C0DCF-CAE5-8FDB-1CF3-7B633EEA50E3}"/>
              </a:ext>
            </a:extLst>
          </p:cNvPr>
          <p:cNvPicPr>
            <a:picLocks noChangeAspect="1"/>
          </p:cNvPicPr>
          <p:nvPr/>
        </p:nvPicPr>
        <p:blipFill>
          <a:blip r:embed="rId3"/>
          <a:stretch>
            <a:fillRect/>
          </a:stretch>
        </p:blipFill>
        <p:spPr>
          <a:xfrm>
            <a:off x="9075172" y="2061053"/>
            <a:ext cx="2705492" cy="2652387"/>
          </a:xfrm>
          <a:prstGeom prst="rect">
            <a:avLst/>
          </a:prstGeom>
        </p:spPr>
      </p:pic>
      <p:pic>
        <p:nvPicPr>
          <p:cNvPr id="9" name="Picture 8" descr="A child in a blue shirt&#10;&#10;AI-generated content may be incorrect.">
            <a:extLst>
              <a:ext uri="{FF2B5EF4-FFF2-40B4-BE49-F238E27FC236}">
                <a16:creationId xmlns:a16="http://schemas.microsoft.com/office/drawing/2014/main" id="{5EC17037-C1ED-3F7F-AA90-5DCFB61934F5}"/>
              </a:ext>
            </a:extLst>
          </p:cNvPr>
          <p:cNvPicPr>
            <a:picLocks noChangeAspect="1"/>
          </p:cNvPicPr>
          <p:nvPr/>
        </p:nvPicPr>
        <p:blipFill>
          <a:blip r:embed="rId4"/>
          <a:stretch>
            <a:fillRect/>
          </a:stretch>
        </p:blipFill>
        <p:spPr>
          <a:xfrm>
            <a:off x="6101154" y="2057204"/>
            <a:ext cx="2693227" cy="2660085"/>
          </a:xfrm>
          <a:prstGeom prst="rect">
            <a:avLst/>
          </a:prstGeom>
        </p:spPr>
      </p:pic>
      <p:pic>
        <p:nvPicPr>
          <p:cNvPr id="10" name="Picture 9" descr="A child with a white shirt and green lanyard&#10;&#10;AI-generated content may be incorrect.">
            <a:extLst>
              <a:ext uri="{FF2B5EF4-FFF2-40B4-BE49-F238E27FC236}">
                <a16:creationId xmlns:a16="http://schemas.microsoft.com/office/drawing/2014/main" id="{8344D972-1A05-37A6-DD46-DA0E388784E0}"/>
              </a:ext>
            </a:extLst>
          </p:cNvPr>
          <p:cNvPicPr>
            <a:picLocks noChangeAspect="1"/>
          </p:cNvPicPr>
          <p:nvPr/>
        </p:nvPicPr>
        <p:blipFill>
          <a:blip r:embed="rId5"/>
          <a:stretch>
            <a:fillRect/>
          </a:stretch>
        </p:blipFill>
        <p:spPr>
          <a:xfrm>
            <a:off x="359145" y="2050615"/>
            <a:ext cx="2684615" cy="2652388"/>
          </a:xfrm>
          <a:prstGeom prst="rect">
            <a:avLst/>
          </a:prstGeom>
        </p:spPr>
      </p:pic>
    </p:spTree>
    <p:extLst>
      <p:ext uri="{BB962C8B-B14F-4D97-AF65-F5344CB8AC3E}">
        <p14:creationId xmlns:p14="http://schemas.microsoft.com/office/powerpoint/2010/main" val="420761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6EBFC-A215-562A-0F6F-00F81635AC00}"/>
              </a:ext>
            </a:extLst>
          </p:cNvPr>
          <p:cNvSpPr>
            <a:spLocks noGrp="1"/>
          </p:cNvSpPr>
          <p:nvPr>
            <p:ph type="title"/>
          </p:nvPr>
        </p:nvSpPr>
        <p:spPr/>
        <p:txBody>
          <a:bodyPr>
            <a:normAutofit fontScale="90000"/>
          </a:bodyPr>
          <a:lstStyle/>
          <a:p>
            <a:r>
              <a:rPr lang="en-US" sz="6000">
                <a:solidFill>
                  <a:srgbClr val="3C6CA8"/>
                </a:solidFill>
                <a:ea typeface="+mj-lt"/>
                <a:cs typeface="+mj-lt"/>
              </a:rPr>
              <a:t>Technologies used</a:t>
            </a:r>
            <a:endParaRPr lang="en-US"/>
          </a:p>
        </p:txBody>
      </p:sp>
      <p:sp>
        <p:nvSpPr>
          <p:cNvPr id="3" name="Date Placeholder 2">
            <a:extLst>
              <a:ext uri="{FF2B5EF4-FFF2-40B4-BE49-F238E27FC236}">
                <a16:creationId xmlns:a16="http://schemas.microsoft.com/office/drawing/2014/main" id="{602716F1-61D2-85E8-217E-CEC49E5AFCED}"/>
              </a:ext>
            </a:extLst>
          </p:cNvPr>
          <p:cNvSpPr>
            <a:spLocks noGrp="1"/>
          </p:cNvSpPr>
          <p:nvPr>
            <p:ph type="dt" sz="half" idx="14"/>
          </p:nvPr>
        </p:nvSpPr>
        <p:spPr/>
        <p:txBody>
          <a:bodyPr/>
          <a:lstStyle/>
          <a:p>
            <a:fld id="{80EE6BAA-0080-49BB-A5F6-D96B22DFE410}" type="datetime1">
              <a:rPr lang="en-US" smtClean="0"/>
              <a:t>3/24/2026</a:t>
            </a:fld>
            <a:endParaRPr lang="en-US"/>
          </a:p>
        </p:txBody>
      </p:sp>
      <p:sp>
        <p:nvSpPr>
          <p:cNvPr id="4" name="Footer Placeholder 3">
            <a:extLst>
              <a:ext uri="{FF2B5EF4-FFF2-40B4-BE49-F238E27FC236}">
                <a16:creationId xmlns:a16="http://schemas.microsoft.com/office/drawing/2014/main" id="{36833884-1F67-407F-531D-5A38CB4163C1}"/>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FF59FD16-BE8D-8363-9218-CD2CE9D2D007}"/>
              </a:ext>
            </a:extLst>
          </p:cNvPr>
          <p:cNvSpPr>
            <a:spLocks noGrp="1"/>
          </p:cNvSpPr>
          <p:nvPr>
            <p:ph type="sldNum" sz="quarter" idx="16"/>
          </p:nvPr>
        </p:nvSpPr>
        <p:spPr/>
        <p:txBody>
          <a:bodyPr/>
          <a:lstStyle/>
          <a:p>
            <a:fld id="{5E0677F5-4A8A-4BF1-96BE-3BAE8FBAFE2E}" type="slidenum">
              <a:rPr lang="en-US" smtClean="0"/>
              <a:t>6</a:t>
            </a:fld>
            <a:endParaRPr lang="en-US"/>
          </a:p>
        </p:txBody>
      </p:sp>
      <p:pic>
        <p:nvPicPr>
          <p:cNvPr id="7" name="Content Placeholder 6" descr="A black and white logo&#10;&#10;AI-generated content may be incorrect.">
            <a:extLst>
              <a:ext uri="{FF2B5EF4-FFF2-40B4-BE49-F238E27FC236}">
                <a16:creationId xmlns:a16="http://schemas.microsoft.com/office/drawing/2014/main" id="{17DE1241-152E-D186-788A-1F73EBB053C4}"/>
              </a:ext>
            </a:extLst>
          </p:cNvPr>
          <p:cNvPicPr>
            <a:picLocks noGrp="1" noChangeAspect="1"/>
          </p:cNvPicPr>
          <p:nvPr>
            <p:ph sz="quarter" idx="13"/>
          </p:nvPr>
        </p:nvPicPr>
        <p:blipFill>
          <a:blip r:embed="rId2"/>
          <a:stretch>
            <a:fillRect/>
          </a:stretch>
        </p:blipFill>
        <p:spPr>
          <a:xfrm>
            <a:off x="3508660" y="3931384"/>
            <a:ext cx="1836367" cy="1791874"/>
          </a:xfrm>
          <a:prstGeom prst="rect">
            <a:avLst/>
          </a:prstGeom>
        </p:spPr>
      </p:pic>
      <p:pic>
        <p:nvPicPr>
          <p:cNvPr id="9" name="Picture 8" descr="A blue hexagon with white letters and a white c&#10;&#10;AI-generated content may be incorrect.">
            <a:extLst>
              <a:ext uri="{FF2B5EF4-FFF2-40B4-BE49-F238E27FC236}">
                <a16:creationId xmlns:a16="http://schemas.microsoft.com/office/drawing/2014/main" id="{5AE556A4-9453-44AE-1D23-28202F512943}"/>
              </a:ext>
            </a:extLst>
          </p:cNvPr>
          <p:cNvPicPr>
            <a:picLocks noChangeAspect="1"/>
          </p:cNvPicPr>
          <p:nvPr/>
        </p:nvPicPr>
        <p:blipFill>
          <a:blip r:embed="rId3"/>
          <a:stretch>
            <a:fillRect/>
          </a:stretch>
        </p:blipFill>
        <p:spPr>
          <a:xfrm>
            <a:off x="5697906" y="1872446"/>
            <a:ext cx="2007033" cy="1787437"/>
          </a:xfrm>
          <a:prstGeom prst="rect">
            <a:avLst/>
          </a:prstGeom>
        </p:spPr>
      </p:pic>
      <p:pic>
        <p:nvPicPr>
          <p:cNvPr id="10" name="Picture 9" descr="A white cat in a black circle&#10;&#10;AI-generated content may be incorrect.">
            <a:extLst>
              <a:ext uri="{FF2B5EF4-FFF2-40B4-BE49-F238E27FC236}">
                <a16:creationId xmlns:a16="http://schemas.microsoft.com/office/drawing/2014/main" id="{71BB828E-AF3B-E539-0220-F914381ED83B}"/>
              </a:ext>
            </a:extLst>
          </p:cNvPr>
          <p:cNvPicPr>
            <a:picLocks noChangeAspect="1"/>
          </p:cNvPicPr>
          <p:nvPr/>
        </p:nvPicPr>
        <p:blipFill>
          <a:blip r:embed="rId4"/>
          <a:stretch>
            <a:fillRect/>
          </a:stretch>
        </p:blipFill>
        <p:spPr>
          <a:xfrm>
            <a:off x="1088004" y="3993454"/>
            <a:ext cx="1957582" cy="1679009"/>
          </a:xfrm>
          <a:prstGeom prst="rect">
            <a:avLst/>
          </a:prstGeom>
        </p:spPr>
      </p:pic>
      <p:pic>
        <p:nvPicPr>
          <p:cNvPr id="11" name="Picture 10" descr="A logo with a letter p&#10;&#10;AI-generated content may be incorrect.">
            <a:extLst>
              <a:ext uri="{FF2B5EF4-FFF2-40B4-BE49-F238E27FC236}">
                <a16:creationId xmlns:a16="http://schemas.microsoft.com/office/drawing/2014/main" id="{94A82B8D-CAD9-9EBA-7AC8-C087CDB3A16D}"/>
              </a:ext>
            </a:extLst>
          </p:cNvPr>
          <p:cNvPicPr>
            <a:picLocks noChangeAspect="1"/>
          </p:cNvPicPr>
          <p:nvPr/>
        </p:nvPicPr>
        <p:blipFill>
          <a:blip r:embed="rId5"/>
          <a:stretch>
            <a:fillRect/>
          </a:stretch>
        </p:blipFill>
        <p:spPr>
          <a:xfrm>
            <a:off x="5701366" y="3998935"/>
            <a:ext cx="1979242" cy="1657610"/>
          </a:xfrm>
          <a:prstGeom prst="rect">
            <a:avLst/>
          </a:prstGeom>
        </p:spPr>
      </p:pic>
      <p:pic>
        <p:nvPicPr>
          <p:cNvPr id="12" name="Picture 11" descr="A logo of a group of people&#10;&#10;AI-generated content may be incorrect.">
            <a:extLst>
              <a:ext uri="{FF2B5EF4-FFF2-40B4-BE49-F238E27FC236}">
                <a16:creationId xmlns:a16="http://schemas.microsoft.com/office/drawing/2014/main" id="{C2E17A7B-0889-C6E1-D0E5-762FBB5F5898}"/>
              </a:ext>
            </a:extLst>
          </p:cNvPr>
          <p:cNvPicPr>
            <a:picLocks noChangeAspect="1"/>
          </p:cNvPicPr>
          <p:nvPr/>
        </p:nvPicPr>
        <p:blipFill>
          <a:blip r:embed="rId6"/>
          <a:stretch>
            <a:fillRect/>
          </a:stretch>
        </p:blipFill>
        <p:spPr>
          <a:xfrm>
            <a:off x="8280945" y="3995282"/>
            <a:ext cx="1851372" cy="1664917"/>
          </a:xfrm>
          <a:prstGeom prst="rect">
            <a:avLst/>
          </a:prstGeom>
        </p:spPr>
      </p:pic>
      <p:pic>
        <p:nvPicPr>
          <p:cNvPr id="13" name="Picture 12" descr="A blue logo with a white background&#10;&#10;AI-generated content may be incorrect.">
            <a:extLst>
              <a:ext uri="{FF2B5EF4-FFF2-40B4-BE49-F238E27FC236}">
                <a16:creationId xmlns:a16="http://schemas.microsoft.com/office/drawing/2014/main" id="{590F9B09-9770-6E79-B17A-37DABA53CE2F}"/>
              </a:ext>
            </a:extLst>
          </p:cNvPr>
          <p:cNvPicPr>
            <a:picLocks noChangeAspect="1"/>
          </p:cNvPicPr>
          <p:nvPr/>
        </p:nvPicPr>
        <p:blipFill>
          <a:blip r:embed="rId7"/>
          <a:stretch>
            <a:fillRect/>
          </a:stretch>
        </p:blipFill>
        <p:spPr>
          <a:xfrm>
            <a:off x="3045912" y="1820516"/>
            <a:ext cx="1987464" cy="1880862"/>
          </a:xfrm>
          <a:prstGeom prst="rect">
            <a:avLst/>
          </a:prstGeom>
        </p:spPr>
      </p:pic>
    </p:spTree>
    <p:extLst>
      <p:ext uri="{BB962C8B-B14F-4D97-AF65-F5344CB8AC3E}">
        <p14:creationId xmlns:p14="http://schemas.microsoft.com/office/powerpoint/2010/main" val="4000205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0F36CFC-DC0C-33A3-B3E2-16018B4D869F}"/>
              </a:ext>
            </a:extLst>
          </p:cNvPr>
          <p:cNvSpPr>
            <a:spLocks noGrp="1"/>
          </p:cNvSpPr>
          <p:nvPr>
            <p:ph type="pic" sz="quarter" idx="13"/>
          </p:nvPr>
        </p:nvSpPr>
        <p:spPr/>
      </p:sp>
      <p:sp>
        <p:nvSpPr>
          <p:cNvPr id="3" name="Title 2">
            <a:extLst>
              <a:ext uri="{FF2B5EF4-FFF2-40B4-BE49-F238E27FC236}">
                <a16:creationId xmlns:a16="http://schemas.microsoft.com/office/drawing/2014/main" id="{6F15A242-92A5-7FB5-9EDF-2A073B5D3B40}"/>
              </a:ext>
            </a:extLst>
          </p:cNvPr>
          <p:cNvSpPr>
            <a:spLocks noGrp="1"/>
          </p:cNvSpPr>
          <p:nvPr>
            <p:ph type="title"/>
          </p:nvPr>
        </p:nvSpPr>
        <p:spPr>
          <a:xfrm>
            <a:off x="15427890" y="873567"/>
            <a:ext cx="12188952" cy="3186953"/>
          </a:xfrm>
          <a:ln>
            <a:solidFill>
              <a:srgbClr val="4472C4"/>
            </a:solidFill>
          </a:ln>
        </p:spPr>
        <p:txBody>
          <a:bodyPr>
            <a:normAutofit/>
          </a:bodyPr>
          <a:lstStyle/>
          <a:p>
            <a:endParaRPr lang="en-US" sz="9400" b="1">
              <a:solidFill>
                <a:srgbClr val="3C6CA8"/>
              </a:solidFill>
            </a:endParaRPr>
          </a:p>
        </p:txBody>
      </p:sp>
      <p:sp>
        <p:nvSpPr>
          <p:cNvPr id="4" name="Subtitle 3">
            <a:extLst>
              <a:ext uri="{FF2B5EF4-FFF2-40B4-BE49-F238E27FC236}">
                <a16:creationId xmlns:a16="http://schemas.microsoft.com/office/drawing/2014/main" id="{6E1942B5-6DD1-9BBD-D1F9-640127E01619}"/>
              </a:ext>
            </a:extLst>
          </p:cNvPr>
          <p:cNvSpPr>
            <a:spLocks noGrp="1"/>
          </p:cNvSpPr>
          <p:nvPr>
            <p:ph type="subTitle" idx="1"/>
          </p:nvPr>
        </p:nvSpPr>
        <p:spPr>
          <a:xfrm>
            <a:off x="555743" y="4734754"/>
            <a:ext cx="12192000" cy="1087471"/>
          </a:xfrm>
        </p:spPr>
        <p:txBody>
          <a:bodyPr/>
          <a:lstStyle/>
          <a:p>
            <a:r>
              <a:rPr lang="en-US" sz="9600">
                <a:ea typeface="+mn-lt"/>
                <a:cs typeface="+mn-lt"/>
              </a:rPr>
              <a:t>Let's move on to the project!</a:t>
            </a:r>
            <a:endParaRPr lang="en-US"/>
          </a:p>
        </p:txBody>
      </p:sp>
      <p:sp>
        <p:nvSpPr>
          <p:cNvPr id="5" name="Date Placeholder 4">
            <a:extLst>
              <a:ext uri="{FF2B5EF4-FFF2-40B4-BE49-F238E27FC236}">
                <a16:creationId xmlns:a16="http://schemas.microsoft.com/office/drawing/2014/main" id="{64D14EA2-2AEF-5069-0463-868D96F777EE}"/>
              </a:ext>
            </a:extLst>
          </p:cNvPr>
          <p:cNvSpPr>
            <a:spLocks noGrp="1"/>
          </p:cNvSpPr>
          <p:nvPr>
            <p:ph type="dt" sz="half" idx="14"/>
          </p:nvPr>
        </p:nvSpPr>
        <p:spPr/>
        <p:txBody>
          <a:bodyPr/>
          <a:lstStyle/>
          <a:p>
            <a:fld id="{21560963-1EEA-4BDE-8FF9-3FEE13B5D43C}" type="datetime1">
              <a:rPr lang="en-US" smtClean="0"/>
              <a:t>3/24/2026</a:t>
            </a:fld>
            <a:endParaRPr lang="en-US"/>
          </a:p>
        </p:txBody>
      </p:sp>
      <p:sp>
        <p:nvSpPr>
          <p:cNvPr id="6" name="Footer Placeholder 5">
            <a:extLst>
              <a:ext uri="{FF2B5EF4-FFF2-40B4-BE49-F238E27FC236}">
                <a16:creationId xmlns:a16="http://schemas.microsoft.com/office/drawing/2014/main" id="{94ABE9BF-84C7-09B8-CFBC-27CACB66F59C}"/>
              </a:ext>
            </a:extLst>
          </p:cNvPr>
          <p:cNvSpPr>
            <a:spLocks noGrp="1"/>
          </p:cNvSpPr>
          <p:nvPr>
            <p:ph type="ftr" sz="quarter" idx="15"/>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3186959-C718-3C99-3E05-D5D81B44B41D}"/>
              </a:ext>
            </a:extLst>
          </p:cNvPr>
          <p:cNvSpPr>
            <a:spLocks noGrp="1"/>
          </p:cNvSpPr>
          <p:nvPr>
            <p:ph type="sldNum" sz="quarter" idx="16"/>
          </p:nvPr>
        </p:nvSpPr>
        <p:spPr/>
        <p:txBody>
          <a:bodyPr/>
          <a:lstStyle/>
          <a:p>
            <a:fld id="{5E0677F5-4A8A-4BF1-96BE-3BAE8FBAFE2E}" type="slidenum">
              <a:rPr lang="en-US" smtClean="0"/>
              <a:t>7</a:t>
            </a:fld>
            <a:endParaRPr lang="en-US"/>
          </a:p>
        </p:txBody>
      </p:sp>
    </p:spTree>
    <p:extLst>
      <p:ext uri="{BB962C8B-B14F-4D97-AF65-F5344CB8AC3E}">
        <p14:creationId xmlns:p14="http://schemas.microsoft.com/office/powerpoint/2010/main" val="3067411794"/>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Props1.xml><?xml version="1.0" encoding="utf-8"?>
<ds:datastoreItem xmlns:ds="http://schemas.openxmlformats.org/officeDocument/2006/customXml" ds:itemID="{5C2D0E46-786A-45D3-8CE5-638765D8BA3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3888480-CF61-459A-B049-2565BF1B6C26}">
  <ds:schemaRefs>
    <ds:schemaRef ds:uri="http://schemas.microsoft.com/sharepoint/v3/contenttype/forms"/>
  </ds:schemaRefs>
</ds:datastoreItem>
</file>

<file path=customXml/itemProps3.xml><?xml version="1.0" encoding="utf-8"?>
<ds:datastoreItem xmlns:ds="http://schemas.openxmlformats.org/officeDocument/2006/customXml" ds:itemID="{DCDFE19F-3BE8-48B3-9B35-A01B9C3497A7}">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Dark gradient</vt:lpstr>
      <vt:lpstr>Levski</vt:lpstr>
      <vt:lpstr>About the project</vt:lpstr>
      <vt:lpstr>Project overview</vt:lpstr>
      <vt:lpstr>Features  </vt:lpstr>
      <vt:lpstr>Our team</vt:lpstr>
      <vt:lpstr>Technologies used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22</cp:revision>
  <dcterms:created xsi:type="dcterms:W3CDTF">2026-03-24T19:16:20Z</dcterms:created>
  <dcterms:modified xsi:type="dcterms:W3CDTF">2026-03-24T22:04:13Z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